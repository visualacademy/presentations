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9599" r:id="rId2"/>
    <p:sldId id="2147479601" r:id="rId3"/>
    <p:sldId id="2076136843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2" y="4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85CC9-7F2A-47F8-99A4-100940E3B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60133B-0156-4148-B12B-C7C297572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AA2750-F7C4-4735-A50F-343C3B99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F156E7-9D7D-4870-A9E5-2A88613F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FC8167-3633-4178-B618-387FD25D1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47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27A53-58FD-4866-BD9E-F151E473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D7B97A-A87C-42FB-A22F-0925F2B0A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41F6ED-65BE-4823-9263-AD3CBF31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D4E23-6B85-4B2F-BF36-2683CFA6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0D1414-B444-43AC-A1F5-15D07FDA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09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8E266-70A7-4101-838B-B92A922ED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C7037B-E8D4-449B-B582-619A1F226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692C8-4AD7-4247-919C-127C5235C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2E67D6-A739-4C1B-9F77-4D52DB25E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7BA9E5-E56F-4213-A53E-926078DC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09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9ED91-704B-493A-ADB4-0CA4479D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C2F942-91AF-4CA0-A5FC-D2443CC94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360E9C-CC66-40AC-8C5B-FC958C153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8B56DC-92D6-46FE-8A33-27AC76DE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8AB35D-C77C-4897-97D7-8BB31F3E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CD6C58-6FA8-41F2-BE95-BEB6AAEA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225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970F3-802A-42E1-B9E0-768B02CB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A52C32-7686-481D-8B02-DCBC50411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B9FBE0-BE2B-4F7F-A4CE-5A8A8DD93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36789-E41F-4A3E-B374-80CF40342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E147FA-8F86-448D-AB37-76520A5EA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BD0B02-0F04-4C6E-AD71-E62BF71E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8CB11F-8BE3-4EEA-850E-CDAD68E7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2050C7-F44C-47A5-8366-4939E817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16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B8F9F-4FB8-4DB0-81DD-77CFE8B0D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F27266-2B12-45B8-9F47-CB817634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45EE23-D7D2-42DF-8922-3E8BA85F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9DDCAF-02DB-4D2B-B972-0D581759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22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7BBC8E-D916-492E-8FA6-34DD6C1C7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875172-534F-4652-BABA-A3677F91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70688-89C9-4409-8AD7-3D0597F8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07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B909B-96C0-4CFD-B48D-38045072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4CFF6D-BE89-4916-85F8-1BB77FE2B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6E51D-9350-4261-A595-361D657F5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1F533E-26DC-4FA2-A352-256074DE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81F40D-DA04-429D-A557-5811DA55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D0A2AD-E538-43A3-BAA1-DF52196C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85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4A7FF-BDBE-40AA-B40A-AB2666D0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14144F-57BE-4054-8FE2-1A43CF6199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5E6DE7-1E36-46D6-B69D-410E3D095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7FB186-C05B-4D23-9CCF-42308EB01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302523-929E-4E33-A136-60CF1C31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56153F-1EC0-4CF8-A3D1-348AE45B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36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575F5-4B3E-4CC5-AC6D-00A82D65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A077B-259E-4094-A727-586EB2684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6DD78D-2218-4805-9244-30E0D58E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C6C975-F339-42BB-B147-A56217BE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7201AB-790C-4F67-A66B-5D6590B9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08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569916-363C-45D4-A714-5F0F68DB8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FFD888-07DD-4602-BCE1-EC134CEF3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4DE6E-531F-4618-A53E-F6978E66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BB56F1-B56C-44E9-9E7F-3784B757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5223EC-C6EE-4984-8BBD-3CB4EAEF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9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7" y="2084187"/>
            <a:ext cx="9860610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646191" cy="6621296"/>
            <a:chOff x="3019127" y="448578"/>
            <a:chExt cx="9646191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10792557" y="3506769"/>
              <a:ext cx="1872761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.NET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268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7" y="2084187"/>
            <a:ext cx="9860610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424966" cy="6621296"/>
            <a:chOff x="3019127" y="448578"/>
            <a:chExt cx="9424966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9910916" y="3304623"/>
              <a:ext cx="2533177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Windows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8528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6" y="370485"/>
            <a:ext cx="11080063" cy="3007269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172873" cy="6621296"/>
            <a:chOff x="3019127" y="448578"/>
            <a:chExt cx="9172873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10753529" y="3480245"/>
              <a:ext cx="1088699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C#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6357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6" y="370485"/>
            <a:ext cx="11080063" cy="3007269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172873" cy="6621296"/>
            <a:chOff x="3019127" y="448578"/>
            <a:chExt cx="9172873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10753529" y="3480245"/>
              <a:ext cx="1298186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SQL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021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6" y="370485"/>
            <a:ext cx="11080063" cy="3007269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268556" cy="6621296"/>
            <a:chOff x="3019127" y="448578"/>
            <a:chExt cx="9268556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9408841" y="3318017"/>
              <a:ext cx="2878842" cy="7386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Programming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6358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6" y="370485"/>
            <a:ext cx="11080063" cy="3007269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172873" cy="6621296"/>
            <a:chOff x="3019127" y="448578"/>
            <a:chExt cx="9172873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10753529" y="3480245"/>
              <a:ext cx="1298186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.</a:t>
              </a:r>
              <a:r>
                <a:rPr kumimoji="0" lang="en-US" altLang="ko-KR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NET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alpha val="49000"/>
                  </a:srgbClr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0300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 -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6" y="370485"/>
            <a:ext cx="11080063" cy="3007269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AD6D8B-19E8-4D03-AF4A-2ECBD7219199}"/>
              </a:ext>
            </a:extLst>
          </p:cNvPr>
          <p:cNvGrpSpPr/>
          <p:nvPr userDrawn="1"/>
        </p:nvGrpSpPr>
        <p:grpSpPr>
          <a:xfrm>
            <a:off x="3019127" y="448578"/>
            <a:ext cx="9353966" cy="6621296"/>
            <a:chOff x="3019127" y="448578"/>
            <a:chExt cx="9353966" cy="66212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CB7245-0950-4F4D-A2A6-296384195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A4263D-8DDB-49FB-AF7F-346C7DC7B3F9}"/>
                </a:ext>
              </a:extLst>
            </p:cNvPr>
            <p:cNvSpPr txBox="1"/>
            <p:nvPr userDrawn="1"/>
          </p:nvSpPr>
          <p:spPr>
            <a:xfrm>
              <a:off x="10582554" y="3481542"/>
              <a:ext cx="1790539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alpha val="49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C/C++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7168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863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784875-A139-48D9-8DC6-D46B143F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BEF09-AF06-48E0-999A-13E770753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7BB2D0-4FC4-407B-8B30-6ACA0B4A8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06D52-9E19-44E5-8545-8762310DD16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D24711-BB7D-477E-A242-57BE6F273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59D905-140D-4DBC-94DF-FCA02D652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E0F80-5701-42D7-895B-A493067B4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72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C634-83E1-93A2-32D7-31F1E0E21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31501-734F-64CD-1F13-348D7946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8400" b="1" dirty="0"/>
              <a:t>Visual</a:t>
            </a:r>
            <a:r>
              <a:rPr lang="ko-KR" altLang="en-US" sz="8400" b="1" dirty="0"/>
              <a:t> </a:t>
            </a:r>
            <a:r>
              <a:rPr lang="en-US" altLang="ko-KR" sz="8400" b="1" dirty="0"/>
              <a:t>Studio</a:t>
            </a:r>
            <a:r>
              <a:rPr lang="ko-KR" altLang="en-US" sz="8400" b="1" dirty="0"/>
              <a:t> </a:t>
            </a:r>
            <a:r>
              <a:rPr lang="en-US" altLang="ko-KR" sz="8400" b="1" dirty="0"/>
              <a:t>2026</a:t>
            </a:r>
            <a:r>
              <a:rPr lang="ko-KR" altLang="en-US" sz="8000" b="1" dirty="0"/>
              <a:t> 설치</a:t>
            </a:r>
            <a:r>
              <a:rPr lang="en-US" altLang="ko-KR" sz="8000" b="1" dirty="0"/>
              <a:t> </a:t>
            </a:r>
            <a:br>
              <a:rPr lang="en-US" altLang="ko-KR" sz="8000" b="1" dirty="0"/>
            </a:br>
            <a:r>
              <a:rPr lang="en-US" altLang="ko-KR" sz="6700" i="1" dirty="0"/>
              <a:t>(C</a:t>
            </a:r>
            <a:r>
              <a:rPr lang="ko-KR" altLang="en-US" sz="6700" i="1" dirty="0"/>
              <a:t>언어 및 </a:t>
            </a:r>
            <a:r>
              <a:rPr lang="en-US" altLang="ko-KR" sz="6700" i="1" dirty="0"/>
              <a:t>C++ </a:t>
            </a:r>
            <a:r>
              <a:rPr lang="ko-KR" altLang="en-US" sz="6700" i="1" dirty="0"/>
              <a:t>학습을 위한</a:t>
            </a:r>
            <a:r>
              <a:rPr lang="en-US" altLang="ko-KR" sz="6700" i="1" dirty="0"/>
              <a:t>)</a:t>
            </a:r>
            <a:endParaRPr lang="ko-KR" altLang="en-US" sz="8000" i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F8BDA1-FBE2-DC4F-31BE-D37A986F14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3146" y="3878574"/>
            <a:ext cx="9860611" cy="2502754"/>
          </a:xfrm>
        </p:spPr>
        <p:txBody>
          <a:bodyPr/>
          <a:lstStyle/>
          <a:p>
            <a:r>
              <a:rPr lang="ko-KR" altLang="en-US" sz="4400" b="1" dirty="0"/>
              <a:t>박용준 강사</a:t>
            </a:r>
            <a:endParaRPr lang="en-US" altLang="ko-KR" sz="4400" b="1" dirty="0"/>
          </a:p>
          <a:p>
            <a:r>
              <a:rPr lang="en-US" altLang="ko-KR" sz="3200" dirty="0"/>
              <a:t>    Microsoft MVP 2025-2026</a:t>
            </a:r>
          </a:p>
          <a:p>
            <a:r>
              <a:rPr lang="en-US" altLang="ko-KR" sz="3200" dirty="0"/>
              <a:t>    </a:t>
            </a:r>
            <a:r>
              <a:rPr lang="ko-KR" altLang="en-US" sz="3200" dirty="0" err="1"/>
              <a:t>데브렉</a:t>
            </a:r>
            <a:r>
              <a:rPr lang="en-US" altLang="ko-KR" sz="3200" dirty="0"/>
              <a:t>(http://www.devlec.com)</a:t>
            </a:r>
          </a:p>
          <a:p>
            <a:r>
              <a:rPr lang="en-US" altLang="ko-KR" sz="3200" dirty="0"/>
              <a:t>    http://youtube.com/@VisualAcademy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05386-5BFB-4F08-22DD-4514E4A50784}"/>
              </a:ext>
            </a:extLst>
          </p:cNvPr>
          <p:cNvSpPr txBox="1"/>
          <p:nvPr/>
        </p:nvSpPr>
        <p:spPr>
          <a:xfrm>
            <a:off x="1189849" y="2612501"/>
            <a:ext cx="96586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2026</a:t>
            </a:r>
            <a:r>
              <a:rPr kumimoji="1" lang="ko-KR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 </a:t>
            </a:r>
            <a:r>
              <a:rPr kumimoji="1" lang="ko-KR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최신 버전 사용</a:t>
            </a:r>
          </a:p>
        </p:txBody>
      </p:sp>
    </p:spTree>
    <p:extLst>
      <p:ext uri="{BB962C8B-B14F-4D97-AF65-F5344CB8AC3E}">
        <p14:creationId xmlns:p14="http://schemas.microsoft.com/office/powerpoint/2010/main" val="316981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822AF-956E-C969-041D-084A5E4F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0C692-A233-EF40-1181-E03DD1F0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ko-KR" sz="7300" b="1" dirty="0"/>
              <a:t>2025</a:t>
            </a:r>
            <a:r>
              <a:rPr lang="ko-KR" altLang="en-US" sz="7300" b="1" dirty="0"/>
              <a:t>년 </a:t>
            </a:r>
            <a:r>
              <a:rPr lang="en-US" altLang="ko-KR" sz="9800" b="1" dirty="0"/>
              <a:t>C </a:t>
            </a:r>
            <a:r>
              <a:rPr lang="ko-KR" altLang="en-US" sz="9800" b="1" dirty="0"/>
              <a:t>언어 </a:t>
            </a:r>
            <a:r>
              <a:rPr lang="ko-KR" altLang="en-US" sz="6700" b="1" dirty="0"/>
              <a:t>학습을 위한</a:t>
            </a:r>
            <a:br>
              <a:rPr lang="en-US" altLang="ko-KR" sz="8400" b="1" dirty="0"/>
            </a:br>
            <a:r>
              <a:rPr lang="en-US" altLang="ko-KR" sz="8400" b="1" dirty="0"/>
              <a:t>Visual</a:t>
            </a:r>
            <a:r>
              <a:rPr lang="ko-KR" altLang="en-US" sz="8400" b="1" dirty="0"/>
              <a:t> </a:t>
            </a:r>
            <a:r>
              <a:rPr lang="en-US" altLang="ko-KR" sz="8400" b="1" dirty="0"/>
              <a:t>Studio</a:t>
            </a:r>
            <a:r>
              <a:rPr lang="ko-KR" altLang="en-US" sz="8400" b="1" dirty="0"/>
              <a:t> </a:t>
            </a:r>
            <a:r>
              <a:rPr lang="en-US" altLang="ko-KR" sz="8400" b="1" dirty="0"/>
              <a:t>Code</a:t>
            </a:r>
            <a:r>
              <a:rPr lang="ko-KR" altLang="en-US" sz="8000" b="1" dirty="0"/>
              <a:t> 설치</a:t>
            </a:r>
            <a:r>
              <a:rPr lang="en-US" altLang="ko-KR" sz="8000" b="1" dirty="0"/>
              <a:t> </a:t>
            </a:r>
            <a:br>
              <a:rPr lang="en-US" altLang="ko-KR" sz="8000" b="1" dirty="0"/>
            </a:br>
            <a:r>
              <a:rPr lang="en-US" altLang="ko-KR" sz="6700" i="1" dirty="0"/>
              <a:t>(VS Code + GCC)</a:t>
            </a:r>
            <a:endParaRPr lang="ko-KR" altLang="en-US" sz="8000" i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26F62B-8769-54BB-9A32-B6DBB9B72F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3146" y="3878573"/>
            <a:ext cx="9860611" cy="2428097"/>
          </a:xfrm>
        </p:spPr>
        <p:txBody>
          <a:bodyPr/>
          <a:lstStyle/>
          <a:p>
            <a:r>
              <a:rPr lang="ko-KR" altLang="en-US" sz="4400" dirty="0"/>
              <a:t>박용준 강사</a:t>
            </a:r>
            <a:endParaRPr lang="en-US" altLang="ko-KR" sz="4400" dirty="0"/>
          </a:p>
          <a:p>
            <a:r>
              <a:rPr lang="en-US" altLang="ko-KR" sz="3600" dirty="0"/>
              <a:t>    </a:t>
            </a:r>
            <a:r>
              <a:rPr lang="ko-KR" altLang="en-US" sz="3600" dirty="0"/>
              <a:t>데브렉</a:t>
            </a:r>
            <a:r>
              <a:rPr lang="en-US" altLang="ko-KR" sz="3600" dirty="0"/>
              <a:t>(www.devlec.com)</a:t>
            </a:r>
          </a:p>
          <a:p>
            <a:r>
              <a:rPr lang="en-US" altLang="ko-KR" sz="3600" dirty="0"/>
              <a:t>    Microsoft MVP 2024-2025</a:t>
            </a:r>
          </a:p>
          <a:p>
            <a:r>
              <a:rPr lang="en-US" altLang="ko-KR" sz="3600" dirty="0"/>
              <a:t>    https://youtube.</a:t>
            </a:r>
            <a:r>
              <a:rPr lang="en-US" altLang="ko-KR" sz="3600"/>
              <a:t>com/@JavaCampus</a:t>
            </a: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27822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7B2BA8D-3EC4-48DC-9790-C8C699133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Hello World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AB5F5D-9AA6-4A6A-B240-62341F882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C Programming Language</a:t>
            </a:r>
          </a:p>
          <a:p>
            <a:pPr lvl="1"/>
            <a:r>
              <a:rPr lang="en-US" altLang="ko-KR" sz="1600" dirty="0"/>
              <a:t>1978</a:t>
            </a:r>
          </a:p>
          <a:p>
            <a:pPr lvl="1"/>
            <a:r>
              <a:rPr lang="ko-KR" altLang="en-US" sz="1600" dirty="0"/>
              <a:t>데니스 리치</a:t>
            </a:r>
            <a:endParaRPr lang="en-US" altLang="ko-KR" sz="1600" dirty="0"/>
          </a:p>
          <a:p>
            <a:pPr lvl="1"/>
            <a:endParaRPr lang="ko-KR" alt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2743E4-F4BF-4666-A762-9917B40B1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025" y="0"/>
            <a:ext cx="7791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654520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</Words>
  <Application>Microsoft Office PowerPoint</Application>
  <PresentationFormat>와이드스크린</PresentationFormat>
  <Paragraphs>15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3_Office 테마</vt:lpstr>
      <vt:lpstr>Visual Studio 2026 설치  (C언어 및 C++ 학습을 위한)</vt:lpstr>
      <vt:lpstr>2025년 C 언어 학습을 위한 Visual Studio Code 설치  (VS Code + GCC)</vt:lpstr>
      <vt:lpstr>Hello World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Azunt</dc:creator>
  <cp:lastModifiedBy>Azunt</cp:lastModifiedBy>
  <cp:revision>1</cp:revision>
  <dcterms:created xsi:type="dcterms:W3CDTF">2025-11-29T02:39:19Z</dcterms:created>
  <dcterms:modified xsi:type="dcterms:W3CDTF">2025-11-29T02:40:36Z</dcterms:modified>
</cp:coreProperties>
</file>