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56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원본" id="{7469DE51-21C4-4021-85A9-BE7FBEABD0F9}">
          <p14:sldIdLst>
            <p14:sldId id="259"/>
            <p14:sldId id="260"/>
            <p14:sldId id="261"/>
          </p14:sldIdLst>
        </p14:section>
        <p14:section name="편집" id="{A9AEF089-27D5-4081-997F-B07B9AAFBBC6}">
          <p14:sldIdLst>
            <p14:sldId id="256"/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42" d="100"/>
          <a:sy n="242" d="100"/>
        </p:scale>
        <p:origin x="5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6DE18-2249-C5BD-3AD0-86CC6BB0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380D72-A40C-EB4B-29EC-743E27F43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931E53-2B12-B46E-3018-2A09C77E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44D8E-8323-31CC-1831-2BA44356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58DF86-F64A-779C-5445-4386569B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24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77C41-0C5D-4CB3-BC61-2E9020F5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7B3F09-F240-0E81-4F19-7EBF69985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9E9DF-1246-3B73-A017-35750677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092A58-EA6E-F7B4-16E5-FF2A62E8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12308D-313A-52BB-4F11-56246F68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71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30A6D-883E-B95C-5BAC-6AA6326F6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9A82F-4004-F8C1-47FF-11E156155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9DA0C5-BEBD-4826-7B7C-27145977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3FAB4A-2FD3-B7C3-D741-2527683F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8F0071-0429-1CE3-E97D-9DBB27BC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09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40B0F-8198-2581-B165-25726CA5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6F5247-D038-5E4D-761D-C506BAC95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FE2162-AB9B-37BF-2D54-C8FCC9161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E8B269-9BFE-E4A2-8591-CE11E5E1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3D6B59-1963-6B5C-F8C8-AAB9DAD8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AD2E22-EC37-312B-9F6B-29634B76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08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04169-011E-C31F-B67A-398A1886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FD8E0E-FD66-4188-77C5-2D902C009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9C9748-4F1E-BFB2-5478-D745D1B3E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795255-8BC4-649B-26D6-B1A134811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9D07F2-5AAA-6433-DDB8-BCA44C56D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2BBBA4-98E7-A579-EDF1-435960BD4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6CD0B0-BAAB-26FA-CA4D-E8FB4E49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B0D273-2DAE-89B4-2C50-F8E0A43A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7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A85DB-A372-0B63-D453-60BE55104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4B5F7B-602D-34C9-B17E-C207826D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B7E956-F696-E37A-BBB7-3FE2FD55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51FBF7-AF43-CAF1-8C39-E1F1FFC0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96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77D478-7F24-820E-A631-A26B9DF1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ADE3DF-004A-2855-C334-A326553A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057F9-ECF7-198C-7B8C-D0A107AB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46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F5AD9-D7F5-B065-ACD1-ECE36908A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3A7734-AC43-D920-33F3-6C2B0AB29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313DF9-AF1B-89A7-46C6-C865CD648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B6171F-C589-1D79-9576-3FC3F99F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E6BACB-E249-BA37-7937-07A5A6FD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EA8FEF-A9C8-2E72-6EE7-930B197C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61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1DCC3-E1BA-4C66-28DA-B374725A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CE7095-A59D-6D76-1836-1C54765A9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A57679-DB8D-F680-ADB0-E3D6E59A8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7C12BC-B744-BE7C-FFAB-C5331DE8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C92193-DD35-03F3-E99F-45B403BB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763A7-AF4E-05CF-8F22-1AE1B968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823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227AE-9158-91B9-43F0-08E8AACE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1694F7-8513-A48D-51F4-835EA2915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E1D95-4B3B-C718-971F-8A3D1F30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4F72E-9EB8-78A9-13EC-B6801843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E4B51-B94C-B6D1-00F4-538B46B7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24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0204FB-A7AC-C9FB-E4E7-A45457EEC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57FD50-FA48-CEA4-213D-1E4E5CAF0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5E740E-642F-6EDE-9D2D-D733EB7D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3BDEE-A7D4-0E66-A5FA-D35C96F1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20075-A1E3-F940-B1F3-DAA26218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30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68267A-C351-C7C6-A6F0-344E5EDE3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89B72A-D48E-0970-019C-C9E440BD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E87C8C-CFE3-CA0D-5B09-AB615B6F4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C0676-EEED-4246-A22B-7688437E6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71FEE-4603-BB9A-606C-48CC02FEB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55E00D-2BE9-FC62-F20B-D0ED4A538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58731-0444-461C-A4D3-8BEAF2093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057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C2AF068-7930-3FBD-7D53-FC65D988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71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C38BF5-5899-5FD4-757C-73D3A0318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190" y="1033762"/>
            <a:ext cx="7447619" cy="4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51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03CC062-ABC4-2B88-711B-C2C9885EE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312" y="1452562"/>
            <a:ext cx="64293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44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3BB1377-D4C0-25C1-91E4-C1E063A82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524" y="1062333"/>
            <a:ext cx="5380952" cy="4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3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06E6F5-B3CE-7D32-D955-3470BAA2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190" y="1033762"/>
            <a:ext cx="7447619" cy="4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5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B0C02F-0DBE-3BA1-9EBF-0D76FD47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714" y="1452809"/>
            <a:ext cx="6428571" cy="3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16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Azunt</dc:creator>
  <cp:lastModifiedBy>Azunt</cp:lastModifiedBy>
  <cp:revision>3</cp:revision>
  <dcterms:created xsi:type="dcterms:W3CDTF">2025-11-27T00:38:05Z</dcterms:created>
  <dcterms:modified xsi:type="dcterms:W3CDTF">2025-11-27T00:43:04Z</dcterms:modified>
</cp:coreProperties>
</file>