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7"/>
  </p:notesMasterIdLst>
  <p:sldIdLst>
    <p:sldId id="2147480057" r:id="rId3"/>
    <p:sldId id="2076136879" r:id="rId4"/>
    <p:sldId id="2076136880" r:id="rId5"/>
    <p:sldId id="207613687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10" autoAdjust="0"/>
  </p:normalViewPr>
  <p:slideViewPr>
    <p:cSldViewPr snapToGrid="0">
      <p:cViewPr varScale="1">
        <p:scale>
          <a:sx n="57" d="100"/>
          <a:sy n="57" d="100"/>
        </p:scale>
        <p:origin x="11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0ED08-0529-4228-AB4E-A2C3B9529D0A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2E018-514C-48A9-8D28-D4010FC1D6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24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                   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4/28/2026 5:12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372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5CC9-7F2A-47F8-99A4-100940E3B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60133B-0156-4148-B12B-C7C297572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AA2750-F7C4-4735-A50F-343C3B99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F156E7-9D7D-4870-A9E5-2A88613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FC8167-3633-4178-B618-387FD25D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25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27A53-58FD-4866-BD9E-F151E473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D7B97A-A87C-42FB-A22F-0925F2B0A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1F6ED-65BE-4823-9263-AD3CBF31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D4E23-6B85-4B2F-BF36-2683CFA6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D1414-B444-43AC-A1F5-15D07FDA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76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8E266-70A7-4101-838B-B92A922ED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C7037B-E8D4-449B-B582-619A1F226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692C8-4AD7-4247-919C-127C5235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E67D6-A739-4C1B-9F77-4D52DB25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BA9E5-E56F-4213-A53E-926078DC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2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9ED91-704B-493A-ADB4-0CA4479D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C2F942-91AF-4CA0-A5FC-D2443CC94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60E9C-CC66-40AC-8C5B-FC958C153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B56DC-92D6-46FE-8A33-27AC76DE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8AB35D-C77C-4897-97D7-8BB31F3E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CD6C58-6FA8-41F2-BE95-BEB6AAEA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79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970F3-802A-42E1-B9E0-768B02CB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52C32-7686-481D-8B02-DCBC50411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9FBE0-BE2B-4F7F-A4CE-5A8A8DD93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36789-E41F-4A3E-B374-80CF40342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E147FA-8F86-448D-AB37-76520A5EA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BD0B02-0F04-4C6E-AD71-E62BF71E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8CB11F-8BE3-4EEA-850E-CDAD68E7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2050C7-F44C-47A5-8366-4939E81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36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B8F9F-4FB8-4DB0-81DD-77CFE8B0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F27266-2B12-45B8-9F47-CB817634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45EE23-D7D2-42DF-8922-3E8BA85F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9DDCAF-02DB-4D2B-B972-0D581759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1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7BBC8E-D916-492E-8FA6-34DD6C1C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875172-534F-4652-BABA-A3677F91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70688-89C9-4409-8AD7-3D0597F8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2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B909B-96C0-4CFD-B48D-38045072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CFF6D-BE89-4916-85F8-1BB77FE2B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6E51D-9350-4261-A595-361D657F5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1F533E-26DC-4FA2-A352-256074DE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81F40D-DA04-429D-A557-5811DA55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D0A2AD-E538-43A3-BAA1-DF52196C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1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A7FF-BDBE-40AA-B40A-AB2666D0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14144F-57BE-4054-8FE2-1A43CF619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5E6DE7-1E36-46D6-B69D-410E3D095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7FB186-C05B-4D23-9CCF-42308EB0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302523-929E-4E33-A136-60CF1C31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56153F-1EC0-4CF8-A3D1-348AE45B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3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575F5-4B3E-4CC5-AC6D-00A82D65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A077B-259E-4094-A727-586EB268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DD78D-2218-4805-9244-30E0D58E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C6C975-F339-42BB-B147-A56217BE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201AB-790C-4F67-A66B-5D6590B9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6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569916-363C-45D4-A714-5F0F68DB8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FFD888-07DD-4602-BCE1-EC134CEF3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4DE6E-531F-4618-A53E-F6978E66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BB56F1-B56C-44E9-9E7F-3784B757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5223EC-C6EE-4984-8BBD-3CB4EAEF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431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646191" cy="6621296"/>
            <a:chOff x="3019127" y="448578"/>
            <a:chExt cx="9646191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92557" y="3506769"/>
              <a:ext cx="1872761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.NET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606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424966" cy="6621296"/>
            <a:chOff x="3019127" y="448578"/>
            <a:chExt cx="9424966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9910916" y="3304623"/>
              <a:ext cx="2533177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Windows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69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088699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3957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298186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790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298186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.</a:t>
              </a:r>
              <a:r>
                <a:rPr kumimoji="0" lang="en-US" altLang="ko-KR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NET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alpha val="49000"/>
                  </a:srgb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547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667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DF85D34-3657-0AC7-566B-40ED302370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21" name="MS logo white - EMF" descr="Microsoft logo white text version">
            <a:extLst>
              <a:ext uri="{FF2B5EF4-FFF2-40B4-BE49-F238E27FC236}">
                <a16:creationId xmlns:a16="http://schemas.microsoft.com/office/drawing/2014/main" id="{D8020306-3F04-2E10-3B38-56D82E12BA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78F5790-1680-4D53-DE71-1AF149D2385C}"/>
              </a:ext>
            </a:extLst>
          </p:cNvPr>
          <p:cNvGrpSpPr/>
          <p:nvPr userDrawn="1"/>
        </p:nvGrpSpPr>
        <p:grpSpPr bwMode="white">
          <a:xfrm>
            <a:off x="580572" y="2702873"/>
            <a:ext cx="3265035" cy="1452255"/>
            <a:chOff x="747712" y="1907208"/>
            <a:chExt cx="7227855" cy="3214877"/>
          </a:xfrm>
          <a:gradFill flip="none" rotWithShape="1">
            <a:gsLst>
              <a:gs pos="0">
                <a:srgbClr val="D4EC8E"/>
              </a:gs>
              <a:gs pos="34000">
                <a:srgbClr val="D7E78E"/>
              </a:gs>
              <a:gs pos="69000">
                <a:srgbClr val="FFA48B"/>
              </a:gs>
            </a:gsLst>
            <a:lin ang="2700000" scaled="1"/>
            <a:tileRect/>
          </a:gra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A94CBD-413D-BA88-6C11-4E35B1A638EF}"/>
                </a:ext>
              </a:extLst>
            </p:cNvPr>
            <p:cNvSpPr/>
            <p:nvPr/>
          </p:nvSpPr>
          <p:spPr bwMode="white">
            <a:xfrm>
              <a:off x="747712" y="2000648"/>
              <a:ext cx="1371028" cy="1276731"/>
            </a:xfrm>
            <a:custGeom>
              <a:avLst/>
              <a:gdLst>
                <a:gd name="connsiteX0" fmla="*/ 1371029 w 1371028"/>
                <a:gd name="connsiteY0" fmla="*/ 1276731 h 1276731"/>
                <a:gd name="connsiteX1" fmla="*/ 1160907 w 1371028"/>
                <a:gd name="connsiteY1" fmla="*/ 1276731 h 1276731"/>
                <a:gd name="connsiteX2" fmla="*/ 1160907 w 1371028"/>
                <a:gd name="connsiteY2" fmla="*/ 450533 h 1276731"/>
                <a:gd name="connsiteX3" fmla="*/ 1173385 w 1371028"/>
                <a:gd name="connsiteY3" fmla="*/ 202121 h 1276731"/>
                <a:gd name="connsiteX4" fmla="*/ 1169861 w 1371028"/>
                <a:gd name="connsiteY4" fmla="*/ 202121 h 1276731"/>
                <a:gd name="connsiteX5" fmla="*/ 1135094 w 1371028"/>
                <a:gd name="connsiteY5" fmla="*/ 322326 h 1276731"/>
                <a:gd name="connsiteX6" fmla="*/ 754094 w 1371028"/>
                <a:gd name="connsiteY6" fmla="*/ 1276731 h 1276731"/>
                <a:gd name="connsiteX7" fmla="*/ 608076 w 1371028"/>
                <a:gd name="connsiteY7" fmla="*/ 1276731 h 1276731"/>
                <a:gd name="connsiteX8" fmla="*/ 226124 w 1371028"/>
                <a:gd name="connsiteY8" fmla="*/ 329470 h 1276731"/>
                <a:gd name="connsiteX9" fmla="*/ 192310 w 1371028"/>
                <a:gd name="connsiteY9" fmla="*/ 202121 h 1276731"/>
                <a:gd name="connsiteX10" fmla="*/ 188786 w 1371028"/>
                <a:gd name="connsiteY10" fmla="*/ 202121 h 1276731"/>
                <a:gd name="connsiteX11" fmla="*/ 195929 w 1371028"/>
                <a:gd name="connsiteY11" fmla="*/ 452247 h 1276731"/>
                <a:gd name="connsiteX12" fmla="*/ 195929 w 1371028"/>
                <a:gd name="connsiteY12" fmla="*/ 1276636 h 1276731"/>
                <a:gd name="connsiteX13" fmla="*/ 0 w 1371028"/>
                <a:gd name="connsiteY13" fmla="*/ 1276636 h 1276731"/>
                <a:gd name="connsiteX14" fmla="*/ 0 w 1371028"/>
                <a:gd name="connsiteY14" fmla="*/ 0 h 1276731"/>
                <a:gd name="connsiteX15" fmla="*/ 298228 w 1371028"/>
                <a:gd name="connsiteY15" fmla="*/ 0 h 1276731"/>
                <a:gd name="connsiteX16" fmla="*/ 633889 w 1371028"/>
                <a:gd name="connsiteY16" fmla="*/ 850202 h 1276731"/>
                <a:gd name="connsiteX17" fmla="*/ 683705 w 1371028"/>
                <a:gd name="connsiteY17" fmla="*/ 996220 h 1276731"/>
                <a:gd name="connsiteX18" fmla="*/ 688181 w 1371028"/>
                <a:gd name="connsiteY18" fmla="*/ 996220 h 1276731"/>
                <a:gd name="connsiteX19" fmla="*/ 741617 w 1371028"/>
                <a:gd name="connsiteY19" fmla="*/ 846677 h 1276731"/>
                <a:gd name="connsiteX20" fmla="*/ 1083469 w 1371028"/>
                <a:gd name="connsiteY20" fmla="*/ 0 h 1276731"/>
                <a:gd name="connsiteX21" fmla="*/ 1371029 w 1371028"/>
                <a:gd name="connsiteY21" fmla="*/ 0 h 1276731"/>
                <a:gd name="connsiteX22" fmla="*/ 1371029 w 1371028"/>
                <a:gd name="connsiteY22" fmla="*/ 1276636 h 127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71028" h="1276731">
                  <a:moveTo>
                    <a:pt x="1371029" y="1276731"/>
                  </a:moveTo>
                  <a:lnTo>
                    <a:pt x="1160907" y="1276731"/>
                  </a:lnTo>
                  <a:lnTo>
                    <a:pt x="1160907" y="450533"/>
                  </a:lnTo>
                  <a:cubicBezTo>
                    <a:pt x="1160907" y="382905"/>
                    <a:pt x="1165098" y="300038"/>
                    <a:pt x="1173385" y="202121"/>
                  </a:cubicBezTo>
                  <a:lnTo>
                    <a:pt x="1169861" y="202121"/>
                  </a:lnTo>
                  <a:cubicBezTo>
                    <a:pt x="1156811" y="257937"/>
                    <a:pt x="1145191" y="297942"/>
                    <a:pt x="1135094" y="322326"/>
                  </a:cubicBezTo>
                  <a:lnTo>
                    <a:pt x="754094" y="1276731"/>
                  </a:lnTo>
                  <a:lnTo>
                    <a:pt x="608076" y="1276731"/>
                  </a:lnTo>
                  <a:lnTo>
                    <a:pt x="226124" y="329470"/>
                  </a:lnTo>
                  <a:cubicBezTo>
                    <a:pt x="215456" y="301562"/>
                    <a:pt x="204121" y="259175"/>
                    <a:pt x="192310" y="202121"/>
                  </a:cubicBezTo>
                  <a:lnTo>
                    <a:pt x="188786" y="202121"/>
                  </a:lnTo>
                  <a:cubicBezTo>
                    <a:pt x="193548" y="253174"/>
                    <a:pt x="195929" y="336518"/>
                    <a:pt x="195929" y="452247"/>
                  </a:cubicBezTo>
                  <a:lnTo>
                    <a:pt x="195929" y="1276636"/>
                  </a:lnTo>
                  <a:lnTo>
                    <a:pt x="0" y="1276636"/>
                  </a:lnTo>
                  <a:lnTo>
                    <a:pt x="0" y="0"/>
                  </a:lnTo>
                  <a:lnTo>
                    <a:pt x="298228" y="0"/>
                  </a:lnTo>
                  <a:lnTo>
                    <a:pt x="633889" y="850202"/>
                  </a:lnTo>
                  <a:cubicBezTo>
                    <a:pt x="659416" y="915543"/>
                    <a:pt x="675989" y="964121"/>
                    <a:pt x="683705" y="996220"/>
                  </a:cubicBezTo>
                  <a:lnTo>
                    <a:pt x="688181" y="996220"/>
                  </a:lnTo>
                  <a:cubicBezTo>
                    <a:pt x="710089" y="929164"/>
                    <a:pt x="727901" y="879253"/>
                    <a:pt x="741617" y="846677"/>
                  </a:cubicBezTo>
                  <a:lnTo>
                    <a:pt x="1083469" y="0"/>
                  </a:lnTo>
                  <a:lnTo>
                    <a:pt x="1371029" y="0"/>
                  </a:lnTo>
                  <a:lnTo>
                    <a:pt x="1371029" y="12766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1B0C5AE-D2E3-4968-6E52-50945EE5BDCB}"/>
                </a:ext>
              </a:extLst>
            </p:cNvPr>
            <p:cNvSpPr/>
            <p:nvPr/>
          </p:nvSpPr>
          <p:spPr bwMode="white">
            <a:xfrm>
              <a:off x="2300001" y="1939211"/>
              <a:ext cx="248412" cy="1338167"/>
            </a:xfrm>
            <a:custGeom>
              <a:avLst/>
              <a:gdLst>
                <a:gd name="connsiteX0" fmla="*/ 122872 w 248412"/>
                <a:gd name="connsiteY0" fmla="*/ 235077 h 1338167"/>
                <a:gd name="connsiteX1" fmla="*/ 36100 w 248412"/>
                <a:gd name="connsiteY1" fmla="*/ 202121 h 1338167"/>
                <a:gd name="connsiteX2" fmla="*/ 0 w 248412"/>
                <a:gd name="connsiteY2" fmla="*/ 118396 h 1338167"/>
                <a:gd name="connsiteX3" fmla="*/ 36100 w 248412"/>
                <a:gd name="connsiteY3" fmla="*/ 33814 h 1338167"/>
                <a:gd name="connsiteX4" fmla="*/ 122872 w 248412"/>
                <a:gd name="connsiteY4" fmla="*/ 0 h 1338167"/>
                <a:gd name="connsiteX5" fmla="*/ 211931 w 248412"/>
                <a:gd name="connsiteY5" fmla="*/ 33814 h 1338167"/>
                <a:gd name="connsiteX6" fmla="*/ 248412 w 248412"/>
                <a:gd name="connsiteY6" fmla="*/ 118396 h 1338167"/>
                <a:gd name="connsiteX7" fmla="*/ 211931 w 248412"/>
                <a:gd name="connsiteY7" fmla="*/ 200787 h 1338167"/>
                <a:gd name="connsiteX8" fmla="*/ 122872 w 248412"/>
                <a:gd name="connsiteY8" fmla="*/ 235077 h 1338167"/>
                <a:gd name="connsiteX9" fmla="*/ 225266 w 248412"/>
                <a:gd name="connsiteY9" fmla="*/ 1338167 h 1338167"/>
                <a:gd name="connsiteX10" fmla="*/ 18764 w 248412"/>
                <a:gd name="connsiteY10" fmla="*/ 1338167 h 1338167"/>
                <a:gd name="connsiteX11" fmla="*/ 18764 w 248412"/>
                <a:gd name="connsiteY11" fmla="*/ 426530 h 1338167"/>
                <a:gd name="connsiteX12" fmla="*/ 225266 w 248412"/>
                <a:gd name="connsiteY12" fmla="*/ 426530 h 1338167"/>
                <a:gd name="connsiteX13" fmla="*/ 225266 w 248412"/>
                <a:gd name="connsiteY13" fmla="*/ 1338167 h 13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412" h="1338167">
                  <a:moveTo>
                    <a:pt x="122872" y="235077"/>
                  </a:moveTo>
                  <a:cubicBezTo>
                    <a:pt x="89059" y="235077"/>
                    <a:pt x="60103" y="224123"/>
                    <a:pt x="36100" y="202121"/>
                  </a:cubicBezTo>
                  <a:cubicBezTo>
                    <a:pt x="12097" y="180213"/>
                    <a:pt x="0" y="152305"/>
                    <a:pt x="0" y="118396"/>
                  </a:cubicBezTo>
                  <a:cubicBezTo>
                    <a:pt x="0" y="84487"/>
                    <a:pt x="12001" y="56388"/>
                    <a:pt x="36100" y="33814"/>
                  </a:cubicBezTo>
                  <a:cubicBezTo>
                    <a:pt x="60103" y="11240"/>
                    <a:pt x="89059" y="0"/>
                    <a:pt x="122872" y="0"/>
                  </a:cubicBezTo>
                  <a:cubicBezTo>
                    <a:pt x="156686" y="0"/>
                    <a:pt x="187547" y="11240"/>
                    <a:pt x="211931" y="33814"/>
                  </a:cubicBezTo>
                  <a:cubicBezTo>
                    <a:pt x="236220" y="56388"/>
                    <a:pt x="248412" y="84582"/>
                    <a:pt x="248412" y="118396"/>
                  </a:cubicBezTo>
                  <a:cubicBezTo>
                    <a:pt x="248412" y="150400"/>
                    <a:pt x="236220" y="177927"/>
                    <a:pt x="211931" y="200787"/>
                  </a:cubicBezTo>
                  <a:cubicBezTo>
                    <a:pt x="187547" y="223647"/>
                    <a:pt x="157925" y="235077"/>
                    <a:pt x="122872" y="235077"/>
                  </a:cubicBezTo>
                  <a:close/>
                  <a:moveTo>
                    <a:pt x="225266" y="1338167"/>
                  </a:moveTo>
                  <a:lnTo>
                    <a:pt x="18764" y="1338167"/>
                  </a:lnTo>
                  <a:lnTo>
                    <a:pt x="18764" y="426530"/>
                  </a:lnTo>
                  <a:lnTo>
                    <a:pt x="225266" y="426530"/>
                  </a:lnTo>
                  <a:lnTo>
                    <a:pt x="225266" y="1338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8F9B95-3783-5A61-96F1-A60710EFB19E}"/>
                </a:ext>
              </a:extLst>
            </p:cNvPr>
            <p:cNvSpPr/>
            <p:nvPr/>
          </p:nvSpPr>
          <p:spPr bwMode="white">
            <a:xfrm>
              <a:off x="2681572" y="2344310"/>
              <a:ext cx="712279" cy="954500"/>
            </a:xfrm>
            <a:custGeom>
              <a:avLst/>
              <a:gdLst>
                <a:gd name="connsiteX0" fmla="*/ 711327 w 712279"/>
                <a:gd name="connsiteY0" fmla="*/ 891254 h 954500"/>
                <a:gd name="connsiteX1" fmla="*/ 452247 w 712279"/>
                <a:gd name="connsiteY1" fmla="*/ 954500 h 954500"/>
                <a:gd name="connsiteX2" fmla="*/ 124587 w 712279"/>
                <a:gd name="connsiteY2" fmla="*/ 827627 h 954500"/>
                <a:gd name="connsiteX3" fmla="*/ 0 w 712279"/>
                <a:gd name="connsiteY3" fmla="*/ 498634 h 954500"/>
                <a:gd name="connsiteX4" fmla="*/ 134017 w 712279"/>
                <a:gd name="connsiteY4" fmla="*/ 136684 h 954500"/>
                <a:gd name="connsiteX5" fmla="*/ 492347 w 712279"/>
                <a:gd name="connsiteY5" fmla="*/ 0 h 954500"/>
                <a:gd name="connsiteX6" fmla="*/ 712280 w 712279"/>
                <a:gd name="connsiteY6" fmla="*/ 43625 h 954500"/>
                <a:gd name="connsiteX7" fmla="*/ 712280 w 712279"/>
                <a:gd name="connsiteY7" fmla="*/ 235934 h 954500"/>
                <a:gd name="connsiteX8" fmla="*/ 509302 w 712279"/>
                <a:gd name="connsiteY8" fmla="*/ 164687 h 954500"/>
                <a:gd name="connsiteX9" fmla="*/ 294704 w 712279"/>
                <a:gd name="connsiteY9" fmla="*/ 253270 h 954500"/>
                <a:gd name="connsiteX10" fmla="*/ 210979 w 712279"/>
                <a:gd name="connsiteY10" fmla="*/ 485204 h 954500"/>
                <a:gd name="connsiteX11" fmla="*/ 289750 w 712279"/>
                <a:gd name="connsiteY11" fmla="*/ 708660 h 954500"/>
                <a:gd name="connsiteX12" fmla="*/ 501205 w 712279"/>
                <a:gd name="connsiteY12" fmla="*/ 790575 h 954500"/>
                <a:gd name="connsiteX13" fmla="*/ 711327 w 712279"/>
                <a:gd name="connsiteY13" fmla="*/ 711327 h 954500"/>
                <a:gd name="connsiteX14" fmla="*/ 711327 w 712279"/>
                <a:gd name="connsiteY14" fmla="*/ 891159 h 9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2279" h="954500">
                  <a:moveTo>
                    <a:pt x="711327" y="891254"/>
                  </a:moveTo>
                  <a:cubicBezTo>
                    <a:pt x="638270" y="933355"/>
                    <a:pt x="551974" y="954500"/>
                    <a:pt x="452247" y="954500"/>
                  </a:cubicBezTo>
                  <a:cubicBezTo>
                    <a:pt x="316897" y="954500"/>
                    <a:pt x="207740" y="912209"/>
                    <a:pt x="124587" y="827627"/>
                  </a:cubicBezTo>
                  <a:cubicBezTo>
                    <a:pt x="41529" y="743045"/>
                    <a:pt x="0" y="633413"/>
                    <a:pt x="0" y="498634"/>
                  </a:cubicBezTo>
                  <a:cubicBezTo>
                    <a:pt x="0" y="348520"/>
                    <a:pt x="44672" y="227838"/>
                    <a:pt x="134017" y="136684"/>
                  </a:cubicBezTo>
                  <a:cubicBezTo>
                    <a:pt x="223361" y="45625"/>
                    <a:pt x="342805" y="0"/>
                    <a:pt x="492347" y="0"/>
                  </a:cubicBezTo>
                  <a:cubicBezTo>
                    <a:pt x="575405" y="0"/>
                    <a:pt x="648748" y="14573"/>
                    <a:pt x="712280" y="43625"/>
                  </a:cubicBezTo>
                  <a:lnTo>
                    <a:pt x="712280" y="235934"/>
                  </a:lnTo>
                  <a:cubicBezTo>
                    <a:pt x="648748" y="188500"/>
                    <a:pt x="581120" y="164687"/>
                    <a:pt x="509302" y="164687"/>
                  </a:cubicBezTo>
                  <a:cubicBezTo>
                    <a:pt x="422053" y="164687"/>
                    <a:pt x="350520" y="194215"/>
                    <a:pt x="294704" y="253270"/>
                  </a:cubicBezTo>
                  <a:cubicBezTo>
                    <a:pt x="238887" y="312325"/>
                    <a:pt x="210979" y="389668"/>
                    <a:pt x="210979" y="485204"/>
                  </a:cubicBezTo>
                  <a:cubicBezTo>
                    <a:pt x="210979" y="580739"/>
                    <a:pt x="237268" y="654082"/>
                    <a:pt x="289750" y="708660"/>
                  </a:cubicBezTo>
                  <a:cubicBezTo>
                    <a:pt x="342233" y="763238"/>
                    <a:pt x="412718" y="790575"/>
                    <a:pt x="501205" y="790575"/>
                  </a:cubicBezTo>
                  <a:cubicBezTo>
                    <a:pt x="575405" y="790575"/>
                    <a:pt x="645414" y="764191"/>
                    <a:pt x="711327" y="711327"/>
                  </a:cubicBezTo>
                  <a:lnTo>
                    <a:pt x="711327" y="8911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9D6DBAB-B6F5-BDBF-0DA7-135780CED5BF}"/>
                </a:ext>
              </a:extLst>
            </p:cNvPr>
            <p:cNvSpPr/>
            <p:nvPr/>
          </p:nvSpPr>
          <p:spPr bwMode="white">
            <a:xfrm>
              <a:off x="3579494" y="2349739"/>
              <a:ext cx="528828" cy="927639"/>
            </a:xfrm>
            <a:custGeom>
              <a:avLst/>
              <a:gdLst>
                <a:gd name="connsiteX0" fmla="*/ 528828 w 528828"/>
                <a:gd name="connsiteY0" fmla="*/ 212693 h 927639"/>
                <a:gd name="connsiteX1" fmla="*/ 421100 w 528828"/>
                <a:gd name="connsiteY1" fmla="*/ 183356 h 927639"/>
                <a:gd name="connsiteX2" fmla="*/ 267938 w 528828"/>
                <a:gd name="connsiteY2" fmla="*/ 266129 h 927639"/>
                <a:gd name="connsiteX3" fmla="*/ 206502 w 528828"/>
                <a:gd name="connsiteY3" fmla="*/ 491395 h 927639"/>
                <a:gd name="connsiteX4" fmla="*/ 206502 w 528828"/>
                <a:gd name="connsiteY4" fmla="*/ 927640 h 927639"/>
                <a:gd name="connsiteX5" fmla="*/ 0 w 528828"/>
                <a:gd name="connsiteY5" fmla="*/ 927640 h 927639"/>
                <a:gd name="connsiteX6" fmla="*/ 0 w 528828"/>
                <a:gd name="connsiteY6" fmla="*/ 16002 h 927639"/>
                <a:gd name="connsiteX7" fmla="*/ 206502 w 528828"/>
                <a:gd name="connsiteY7" fmla="*/ 16002 h 927639"/>
                <a:gd name="connsiteX8" fmla="*/ 206502 w 528828"/>
                <a:gd name="connsiteY8" fmla="*/ 203835 h 927639"/>
                <a:gd name="connsiteX9" fmla="*/ 210026 w 528828"/>
                <a:gd name="connsiteY9" fmla="*/ 203835 h 927639"/>
                <a:gd name="connsiteX10" fmla="*/ 303086 w 528828"/>
                <a:gd name="connsiteY10" fmla="*/ 53816 h 927639"/>
                <a:gd name="connsiteX11" fmla="*/ 443294 w 528828"/>
                <a:gd name="connsiteY11" fmla="*/ 0 h 927639"/>
                <a:gd name="connsiteX12" fmla="*/ 528733 w 528828"/>
                <a:gd name="connsiteY12" fmla="*/ 16955 h 927639"/>
                <a:gd name="connsiteX13" fmla="*/ 528733 w 528828"/>
                <a:gd name="connsiteY13" fmla="*/ 212789 h 92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8828" h="927639">
                  <a:moveTo>
                    <a:pt x="528828" y="212693"/>
                  </a:moveTo>
                  <a:cubicBezTo>
                    <a:pt x="503873" y="193072"/>
                    <a:pt x="467963" y="183356"/>
                    <a:pt x="421100" y="183356"/>
                  </a:cubicBezTo>
                  <a:cubicBezTo>
                    <a:pt x="359950" y="183356"/>
                    <a:pt x="308896" y="210979"/>
                    <a:pt x="267938" y="266129"/>
                  </a:cubicBezTo>
                  <a:cubicBezTo>
                    <a:pt x="226981" y="321278"/>
                    <a:pt x="206502" y="396431"/>
                    <a:pt x="206502" y="491395"/>
                  </a:cubicBezTo>
                  <a:lnTo>
                    <a:pt x="206502" y="927640"/>
                  </a:lnTo>
                  <a:lnTo>
                    <a:pt x="0" y="927640"/>
                  </a:lnTo>
                  <a:lnTo>
                    <a:pt x="0" y="16002"/>
                  </a:lnTo>
                  <a:lnTo>
                    <a:pt x="206502" y="16002"/>
                  </a:lnTo>
                  <a:lnTo>
                    <a:pt x="206502" y="203835"/>
                  </a:lnTo>
                  <a:lnTo>
                    <a:pt x="210026" y="203835"/>
                  </a:lnTo>
                  <a:cubicBezTo>
                    <a:pt x="230219" y="139732"/>
                    <a:pt x="261176" y="89726"/>
                    <a:pt x="303086" y="53816"/>
                  </a:cubicBezTo>
                  <a:cubicBezTo>
                    <a:pt x="344900" y="17907"/>
                    <a:pt x="391668" y="0"/>
                    <a:pt x="443294" y="0"/>
                  </a:cubicBezTo>
                  <a:cubicBezTo>
                    <a:pt x="480727" y="0"/>
                    <a:pt x="509207" y="5620"/>
                    <a:pt x="528733" y="16955"/>
                  </a:cubicBezTo>
                  <a:lnTo>
                    <a:pt x="528733" y="2127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A246B78-9929-146B-78A7-A5B509482D1B}"/>
                </a:ext>
              </a:extLst>
            </p:cNvPr>
            <p:cNvSpPr/>
            <p:nvPr/>
          </p:nvSpPr>
          <p:spPr bwMode="white">
            <a:xfrm>
              <a:off x="4144422" y="2344405"/>
              <a:ext cx="937450" cy="954500"/>
            </a:xfrm>
            <a:custGeom>
              <a:avLst/>
              <a:gdLst>
                <a:gd name="connsiteX0" fmla="*/ 463010 w 937450"/>
                <a:gd name="connsiteY0" fmla="*/ 954310 h 954500"/>
                <a:gd name="connsiteX1" fmla="*/ 126016 w 937450"/>
                <a:gd name="connsiteY1" fmla="*/ 826579 h 954500"/>
                <a:gd name="connsiteX2" fmla="*/ 0 w 937450"/>
                <a:gd name="connsiteY2" fmla="*/ 487871 h 954500"/>
                <a:gd name="connsiteX3" fmla="*/ 131350 w 937450"/>
                <a:gd name="connsiteY3" fmla="*/ 129064 h 954500"/>
                <a:gd name="connsiteX4" fmla="*/ 485204 w 937450"/>
                <a:gd name="connsiteY4" fmla="*/ 0 h 954500"/>
                <a:gd name="connsiteX5" fmla="*/ 818198 w 937450"/>
                <a:gd name="connsiteY5" fmla="*/ 125540 h 954500"/>
                <a:gd name="connsiteX6" fmla="*/ 937451 w 937450"/>
                <a:gd name="connsiteY6" fmla="*/ 473678 h 954500"/>
                <a:gd name="connsiteX7" fmla="*/ 808768 w 937450"/>
                <a:gd name="connsiteY7" fmla="*/ 823151 h 954500"/>
                <a:gd name="connsiteX8" fmla="*/ 462915 w 937450"/>
                <a:gd name="connsiteY8" fmla="*/ 954500 h 954500"/>
                <a:gd name="connsiteX9" fmla="*/ 472821 w 937450"/>
                <a:gd name="connsiteY9" fmla="*/ 164592 h 954500"/>
                <a:gd name="connsiteX10" fmla="*/ 281369 w 937450"/>
                <a:gd name="connsiteY10" fmla="*/ 249174 h 954500"/>
                <a:gd name="connsiteX11" fmla="*/ 211074 w 937450"/>
                <a:gd name="connsiteY11" fmla="*/ 482441 h 954500"/>
                <a:gd name="connsiteX12" fmla="*/ 282321 w 937450"/>
                <a:gd name="connsiteY12" fmla="*/ 708088 h 954500"/>
                <a:gd name="connsiteX13" fmla="*/ 472821 w 937450"/>
                <a:gd name="connsiteY13" fmla="*/ 790480 h 954500"/>
                <a:gd name="connsiteX14" fmla="*/ 660178 w 937450"/>
                <a:gd name="connsiteY14" fmla="*/ 709422 h 954500"/>
                <a:gd name="connsiteX15" fmla="*/ 725615 w 937450"/>
                <a:gd name="connsiteY15" fmla="*/ 478822 h 954500"/>
                <a:gd name="connsiteX16" fmla="*/ 660178 w 937450"/>
                <a:gd name="connsiteY16" fmla="*/ 246412 h 954500"/>
                <a:gd name="connsiteX17" fmla="*/ 472821 w 937450"/>
                <a:gd name="connsiteY17" fmla="*/ 164497 h 9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37450" h="954500">
                  <a:moveTo>
                    <a:pt x="463010" y="954310"/>
                  </a:moveTo>
                  <a:cubicBezTo>
                    <a:pt x="322326" y="954310"/>
                    <a:pt x="210026" y="911733"/>
                    <a:pt x="126016" y="826579"/>
                  </a:cubicBezTo>
                  <a:cubicBezTo>
                    <a:pt x="42005" y="741426"/>
                    <a:pt x="0" y="628459"/>
                    <a:pt x="0" y="487871"/>
                  </a:cubicBezTo>
                  <a:cubicBezTo>
                    <a:pt x="0" y="334709"/>
                    <a:pt x="43720" y="215170"/>
                    <a:pt x="131350" y="129064"/>
                  </a:cubicBezTo>
                  <a:cubicBezTo>
                    <a:pt x="218885" y="43053"/>
                    <a:pt x="336900" y="0"/>
                    <a:pt x="485204" y="0"/>
                  </a:cubicBezTo>
                  <a:cubicBezTo>
                    <a:pt x="633508" y="0"/>
                    <a:pt x="738664" y="41815"/>
                    <a:pt x="818198" y="125540"/>
                  </a:cubicBezTo>
                  <a:cubicBezTo>
                    <a:pt x="897731" y="209264"/>
                    <a:pt x="937451" y="325279"/>
                    <a:pt x="937451" y="473678"/>
                  </a:cubicBezTo>
                  <a:cubicBezTo>
                    <a:pt x="937451" y="622078"/>
                    <a:pt x="894588" y="735616"/>
                    <a:pt x="808768" y="823151"/>
                  </a:cubicBezTo>
                  <a:cubicBezTo>
                    <a:pt x="723043" y="910685"/>
                    <a:pt x="607695" y="954500"/>
                    <a:pt x="462915" y="954500"/>
                  </a:cubicBezTo>
                  <a:close/>
                  <a:moveTo>
                    <a:pt x="472821" y="164592"/>
                  </a:moveTo>
                  <a:cubicBezTo>
                    <a:pt x="392049" y="164592"/>
                    <a:pt x="328327" y="192786"/>
                    <a:pt x="281369" y="249174"/>
                  </a:cubicBezTo>
                  <a:cubicBezTo>
                    <a:pt x="234506" y="305562"/>
                    <a:pt x="211074" y="383286"/>
                    <a:pt x="211074" y="482441"/>
                  </a:cubicBezTo>
                  <a:cubicBezTo>
                    <a:pt x="211074" y="581597"/>
                    <a:pt x="234791" y="653225"/>
                    <a:pt x="282321" y="708088"/>
                  </a:cubicBezTo>
                  <a:cubicBezTo>
                    <a:pt x="329756" y="762953"/>
                    <a:pt x="393287" y="790480"/>
                    <a:pt x="472821" y="790480"/>
                  </a:cubicBezTo>
                  <a:cubicBezTo>
                    <a:pt x="552355" y="790480"/>
                    <a:pt x="616553" y="763524"/>
                    <a:pt x="660178" y="709422"/>
                  </a:cubicBezTo>
                  <a:cubicBezTo>
                    <a:pt x="703802" y="655415"/>
                    <a:pt x="725615" y="578549"/>
                    <a:pt x="725615" y="478822"/>
                  </a:cubicBezTo>
                  <a:cubicBezTo>
                    <a:pt x="725615" y="379095"/>
                    <a:pt x="703802" y="301085"/>
                    <a:pt x="660178" y="246412"/>
                  </a:cubicBezTo>
                  <a:cubicBezTo>
                    <a:pt x="616553" y="191834"/>
                    <a:pt x="554069" y="164497"/>
                    <a:pt x="472821" y="1644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165A848-4EE6-DE4A-D8CB-3EA312E4480C}"/>
                </a:ext>
              </a:extLst>
            </p:cNvPr>
            <p:cNvSpPr/>
            <p:nvPr/>
          </p:nvSpPr>
          <p:spPr bwMode="white">
            <a:xfrm>
              <a:off x="5180361" y="2344310"/>
              <a:ext cx="647319" cy="954309"/>
            </a:xfrm>
            <a:custGeom>
              <a:avLst/>
              <a:gdLst>
                <a:gd name="connsiteX0" fmla="*/ 0 w 647319"/>
                <a:gd name="connsiteY0" fmla="*/ 904589 h 954309"/>
                <a:gd name="connsiteX1" fmla="*/ 0 w 647319"/>
                <a:gd name="connsiteY1" fmla="*/ 713137 h 954309"/>
                <a:gd name="connsiteX2" fmla="*/ 255556 w 647319"/>
                <a:gd name="connsiteY2" fmla="*/ 801243 h 954309"/>
                <a:gd name="connsiteX3" fmla="*/ 442531 w 647319"/>
                <a:gd name="connsiteY3" fmla="*/ 690848 h 954309"/>
                <a:gd name="connsiteX4" fmla="*/ 426530 w 647319"/>
                <a:gd name="connsiteY4" fmla="*/ 637889 h 954309"/>
                <a:gd name="connsiteX5" fmla="*/ 383381 w 647319"/>
                <a:gd name="connsiteY5" fmla="*/ 599123 h 954309"/>
                <a:gd name="connsiteX6" fmla="*/ 319278 w 647319"/>
                <a:gd name="connsiteY6" fmla="*/ 568833 h 954309"/>
                <a:gd name="connsiteX7" fmla="*/ 236887 w 647319"/>
                <a:gd name="connsiteY7" fmla="*/ 538544 h 954309"/>
                <a:gd name="connsiteX8" fmla="*/ 135827 w 647319"/>
                <a:gd name="connsiteY8" fmla="*/ 491395 h 954309"/>
                <a:gd name="connsiteX9" fmla="*/ 61055 w 647319"/>
                <a:gd name="connsiteY9" fmla="*/ 434816 h 954309"/>
                <a:gd name="connsiteX10" fmla="*/ 16097 w 647319"/>
                <a:gd name="connsiteY10" fmla="*/ 363188 h 954309"/>
                <a:gd name="connsiteX11" fmla="*/ 953 w 647319"/>
                <a:gd name="connsiteY11" fmla="*/ 269748 h 954309"/>
                <a:gd name="connsiteX12" fmla="*/ 32099 w 647319"/>
                <a:gd name="connsiteY12" fmla="*/ 153543 h 954309"/>
                <a:gd name="connsiteX13" fmla="*/ 115824 w 647319"/>
                <a:gd name="connsiteY13" fmla="*/ 68961 h 954309"/>
                <a:gd name="connsiteX14" fmla="*/ 235077 w 647319"/>
                <a:gd name="connsiteY14" fmla="*/ 17335 h 954309"/>
                <a:gd name="connsiteX15" fmla="*/ 373094 w 647319"/>
                <a:gd name="connsiteY15" fmla="*/ 0 h 954309"/>
                <a:gd name="connsiteX16" fmla="*/ 599218 w 647319"/>
                <a:gd name="connsiteY16" fmla="*/ 38291 h 954309"/>
                <a:gd name="connsiteX17" fmla="*/ 599218 w 647319"/>
                <a:gd name="connsiteY17" fmla="*/ 218980 h 954309"/>
                <a:gd name="connsiteX18" fmla="*/ 378428 w 647319"/>
                <a:gd name="connsiteY18" fmla="*/ 153067 h 954309"/>
                <a:gd name="connsiteX19" fmla="*/ 307658 w 647319"/>
                <a:gd name="connsiteY19" fmla="*/ 161068 h 954309"/>
                <a:gd name="connsiteX20" fmla="*/ 253746 w 647319"/>
                <a:gd name="connsiteY20" fmla="*/ 183356 h 954309"/>
                <a:gd name="connsiteX21" fmla="*/ 218980 w 647319"/>
                <a:gd name="connsiteY21" fmla="*/ 217646 h 954309"/>
                <a:gd name="connsiteX22" fmla="*/ 206502 w 647319"/>
                <a:gd name="connsiteY22" fmla="*/ 261747 h 954309"/>
                <a:gd name="connsiteX23" fmla="*/ 218980 w 647319"/>
                <a:gd name="connsiteY23" fmla="*/ 311563 h 954309"/>
                <a:gd name="connsiteX24" fmla="*/ 255937 w 647319"/>
                <a:gd name="connsiteY24" fmla="*/ 347663 h 954309"/>
                <a:gd name="connsiteX25" fmla="*/ 314706 w 647319"/>
                <a:gd name="connsiteY25" fmla="*/ 376142 h 954309"/>
                <a:gd name="connsiteX26" fmla="*/ 393478 w 647319"/>
                <a:gd name="connsiteY26" fmla="*/ 404146 h 954309"/>
                <a:gd name="connsiteX27" fmla="*/ 499015 w 647319"/>
                <a:gd name="connsiteY27" fmla="*/ 453104 h 954309"/>
                <a:gd name="connsiteX28" fmla="*/ 578739 w 647319"/>
                <a:gd name="connsiteY28" fmla="*/ 509683 h 954309"/>
                <a:gd name="connsiteX29" fmla="*/ 629508 w 647319"/>
                <a:gd name="connsiteY29" fmla="*/ 582644 h 954309"/>
                <a:gd name="connsiteX30" fmla="*/ 647319 w 647319"/>
                <a:gd name="connsiteY30" fmla="*/ 681038 h 954309"/>
                <a:gd name="connsiteX31" fmla="*/ 615220 w 647319"/>
                <a:gd name="connsiteY31" fmla="*/ 802100 h 954309"/>
                <a:gd name="connsiteX32" fmla="*/ 529780 w 647319"/>
                <a:gd name="connsiteY32" fmla="*/ 887540 h 954309"/>
                <a:gd name="connsiteX33" fmla="*/ 406432 w 647319"/>
                <a:gd name="connsiteY33" fmla="*/ 937832 h 954309"/>
                <a:gd name="connsiteX34" fmla="*/ 259080 w 647319"/>
                <a:gd name="connsiteY34" fmla="*/ 954310 h 954309"/>
                <a:gd name="connsiteX35" fmla="*/ 0 w 647319"/>
                <a:gd name="connsiteY35" fmla="*/ 904494 h 95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47319" h="954309">
                  <a:moveTo>
                    <a:pt x="0" y="904589"/>
                  </a:moveTo>
                  <a:lnTo>
                    <a:pt x="0" y="713137"/>
                  </a:lnTo>
                  <a:cubicBezTo>
                    <a:pt x="77153" y="771906"/>
                    <a:pt x="162306" y="801243"/>
                    <a:pt x="255556" y="801243"/>
                  </a:cubicBezTo>
                  <a:cubicBezTo>
                    <a:pt x="380238" y="801243"/>
                    <a:pt x="442531" y="764477"/>
                    <a:pt x="442531" y="690848"/>
                  </a:cubicBezTo>
                  <a:cubicBezTo>
                    <a:pt x="442531" y="670084"/>
                    <a:pt x="437197" y="652463"/>
                    <a:pt x="426530" y="637889"/>
                  </a:cubicBezTo>
                  <a:cubicBezTo>
                    <a:pt x="415862" y="623316"/>
                    <a:pt x="401479" y="610457"/>
                    <a:pt x="383381" y="599123"/>
                  </a:cubicBezTo>
                  <a:cubicBezTo>
                    <a:pt x="365284" y="587883"/>
                    <a:pt x="343948" y="577787"/>
                    <a:pt x="319278" y="568833"/>
                  </a:cubicBezTo>
                  <a:cubicBezTo>
                    <a:pt x="294608" y="559975"/>
                    <a:pt x="267176" y="549878"/>
                    <a:pt x="236887" y="538544"/>
                  </a:cubicBezTo>
                  <a:cubicBezTo>
                    <a:pt x="199454" y="523685"/>
                    <a:pt x="165830" y="507968"/>
                    <a:pt x="135827" y="491395"/>
                  </a:cubicBezTo>
                  <a:cubicBezTo>
                    <a:pt x="105823" y="474821"/>
                    <a:pt x="80963" y="455962"/>
                    <a:pt x="61055" y="434816"/>
                  </a:cubicBezTo>
                  <a:cubicBezTo>
                    <a:pt x="41148" y="413766"/>
                    <a:pt x="26194" y="389858"/>
                    <a:pt x="16097" y="363188"/>
                  </a:cubicBezTo>
                  <a:cubicBezTo>
                    <a:pt x="6001" y="336518"/>
                    <a:pt x="953" y="305276"/>
                    <a:pt x="953" y="269748"/>
                  </a:cubicBezTo>
                  <a:cubicBezTo>
                    <a:pt x="953" y="225838"/>
                    <a:pt x="11335" y="187071"/>
                    <a:pt x="32099" y="153543"/>
                  </a:cubicBezTo>
                  <a:cubicBezTo>
                    <a:pt x="52864" y="120015"/>
                    <a:pt x="80772" y="91821"/>
                    <a:pt x="115824" y="68961"/>
                  </a:cubicBezTo>
                  <a:cubicBezTo>
                    <a:pt x="150876" y="46101"/>
                    <a:pt x="190595" y="28861"/>
                    <a:pt x="235077" y="17335"/>
                  </a:cubicBezTo>
                  <a:cubicBezTo>
                    <a:pt x="279559" y="5810"/>
                    <a:pt x="325564" y="0"/>
                    <a:pt x="373094" y="0"/>
                  </a:cubicBezTo>
                  <a:cubicBezTo>
                    <a:pt x="457391" y="0"/>
                    <a:pt x="532733" y="12764"/>
                    <a:pt x="599218" y="38291"/>
                  </a:cubicBezTo>
                  <a:lnTo>
                    <a:pt x="599218" y="218980"/>
                  </a:lnTo>
                  <a:cubicBezTo>
                    <a:pt x="535114" y="175069"/>
                    <a:pt x="461486" y="153067"/>
                    <a:pt x="378428" y="153067"/>
                  </a:cubicBezTo>
                  <a:cubicBezTo>
                    <a:pt x="352330" y="153067"/>
                    <a:pt x="328708" y="155734"/>
                    <a:pt x="307658" y="161068"/>
                  </a:cubicBezTo>
                  <a:cubicBezTo>
                    <a:pt x="286607" y="166402"/>
                    <a:pt x="268605" y="173831"/>
                    <a:pt x="253746" y="183356"/>
                  </a:cubicBezTo>
                  <a:cubicBezTo>
                    <a:pt x="238887" y="192881"/>
                    <a:pt x="227362" y="204311"/>
                    <a:pt x="218980" y="217646"/>
                  </a:cubicBezTo>
                  <a:cubicBezTo>
                    <a:pt x="210693" y="230981"/>
                    <a:pt x="206502" y="245650"/>
                    <a:pt x="206502" y="261747"/>
                  </a:cubicBezTo>
                  <a:cubicBezTo>
                    <a:pt x="206502" y="281369"/>
                    <a:pt x="210693" y="297942"/>
                    <a:pt x="218980" y="311563"/>
                  </a:cubicBezTo>
                  <a:cubicBezTo>
                    <a:pt x="227267" y="325184"/>
                    <a:pt x="239554" y="337280"/>
                    <a:pt x="255937" y="347663"/>
                  </a:cubicBezTo>
                  <a:cubicBezTo>
                    <a:pt x="272225" y="358045"/>
                    <a:pt x="291846" y="367570"/>
                    <a:pt x="314706" y="376142"/>
                  </a:cubicBezTo>
                  <a:cubicBezTo>
                    <a:pt x="337566" y="384715"/>
                    <a:pt x="363855" y="394144"/>
                    <a:pt x="393478" y="404146"/>
                  </a:cubicBezTo>
                  <a:cubicBezTo>
                    <a:pt x="432626" y="420148"/>
                    <a:pt x="467773" y="436531"/>
                    <a:pt x="499015" y="453104"/>
                  </a:cubicBezTo>
                  <a:cubicBezTo>
                    <a:pt x="530162" y="469773"/>
                    <a:pt x="556736" y="488537"/>
                    <a:pt x="578739" y="509683"/>
                  </a:cubicBezTo>
                  <a:cubicBezTo>
                    <a:pt x="600647" y="530733"/>
                    <a:pt x="617601" y="555117"/>
                    <a:pt x="629508" y="582644"/>
                  </a:cubicBezTo>
                  <a:cubicBezTo>
                    <a:pt x="641414" y="610267"/>
                    <a:pt x="647319" y="643033"/>
                    <a:pt x="647319" y="681038"/>
                  </a:cubicBezTo>
                  <a:cubicBezTo>
                    <a:pt x="647319" y="727329"/>
                    <a:pt x="636651" y="767715"/>
                    <a:pt x="615220" y="802100"/>
                  </a:cubicBezTo>
                  <a:cubicBezTo>
                    <a:pt x="593884" y="836581"/>
                    <a:pt x="565404" y="865061"/>
                    <a:pt x="529780" y="887540"/>
                  </a:cubicBezTo>
                  <a:cubicBezTo>
                    <a:pt x="494157" y="910114"/>
                    <a:pt x="453104" y="926878"/>
                    <a:pt x="406432" y="937832"/>
                  </a:cubicBezTo>
                  <a:cubicBezTo>
                    <a:pt x="359855" y="948785"/>
                    <a:pt x="310705" y="954310"/>
                    <a:pt x="259080" y="954310"/>
                  </a:cubicBezTo>
                  <a:cubicBezTo>
                    <a:pt x="159353" y="954310"/>
                    <a:pt x="72962" y="937641"/>
                    <a:pt x="0" y="9044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8B522E9-BE2D-0C37-92C4-BAB333C2C2D5}"/>
                </a:ext>
              </a:extLst>
            </p:cNvPr>
            <p:cNvSpPr/>
            <p:nvPr/>
          </p:nvSpPr>
          <p:spPr bwMode="white">
            <a:xfrm>
              <a:off x="5909975" y="2344405"/>
              <a:ext cx="937450" cy="954500"/>
            </a:xfrm>
            <a:custGeom>
              <a:avLst/>
              <a:gdLst>
                <a:gd name="connsiteX0" fmla="*/ 463011 w 937450"/>
                <a:gd name="connsiteY0" fmla="*/ 954310 h 954500"/>
                <a:gd name="connsiteX1" fmla="*/ 126016 w 937450"/>
                <a:gd name="connsiteY1" fmla="*/ 826579 h 954500"/>
                <a:gd name="connsiteX2" fmla="*/ 0 w 937450"/>
                <a:gd name="connsiteY2" fmla="*/ 487871 h 954500"/>
                <a:gd name="connsiteX3" fmla="*/ 131350 w 937450"/>
                <a:gd name="connsiteY3" fmla="*/ 129064 h 954500"/>
                <a:gd name="connsiteX4" fmla="*/ 485204 w 937450"/>
                <a:gd name="connsiteY4" fmla="*/ 0 h 954500"/>
                <a:gd name="connsiteX5" fmla="*/ 818198 w 937450"/>
                <a:gd name="connsiteY5" fmla="*/ 125540 h 954500"/>
                <a:gd name="connsiteX6" fmla="*/ 937451 w 937450"/>
                <a:gd name="connsiteY6" fmla="*/ 473678 h 954500"/>
                <a:gd name="connsiteX7" fmla="*/ 808768 w 937450"/>
                <a:gd name="connsiteY7" fmla="*/ 823151 h 954500"/>
                <a:gd name="connsiteX8" fmla="*/ 462915 w 937450"/>
                <a:gd name="connsiteY8" fmla="*/ 954500 h 954500"/>
                <a:gd name="connsiteX9" fmla="*/ 472821 w 937450"/>
                <a:gd name="connsiteY9" fmla="*/ 164592 h 954500"/>
                <a:gd name="connsiteX10" fmla="*/ 281369 w 937450"/>
                <a:gd name="connsiteY10" fmla="*/ 249174 h 954500"/>
                <a:gd name="connsiteX11" fmla="*/ 211074 w 937450"/>
                <a:gd name="connsiteY11" fmla="*/ 482441 h 954500"/>
                <a:gd name="connsiteX12" fmla="*/ 282321 w 937450"/>
                <a:gd name="connsiteY12" fmla="*/ 708088 h 954500"/>
                <a:gd name="connsiteX13" fmla="*/ 472821 w 937450"/>
                <a:gd name="connsiteY13" fmla="*/ 790480 h 954500"/>
                <a:gd name="connsiteX14" fmla="*/ 660178 w 937450"/>
                <a:gd name="connsiteY14" fmla="*/ 709422 h 954500"/>
                <a:gd name="connsiteX15" fmla="*/ 725615 w 937450"/>
                <a:gd name="connsiteY15" fmla="*/ 478822 h 954500"/>
                <a:gd name="connsiteX16" fmla="*/ 660178 w 937450"/>
                <a:gd name="connsiteY16" fmla="*/ 246412 h 954500"/>
                <a:gd name="connsiteX17" fmla="*/ 472821 w 937450"/>
                <a:gd name="connsiteY17" fmla="*/ 164497 h 9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37450" h="954500">
                  <a:moveTo>
                    <a:pt x="463011" y="954310"/>
                  </a:moveTo>
                  <a:cubicBezTo>
                    <a:pt x="322326" y="954310"/>
                    <a:pt x="210027" y="911733"/>
                    <a:pt x="126016" y="826579"/>
                  </a:cubicBezTo>
                  <a:cubicBezTo>
                    <a:pt x="42006" y="741426"/>
                    <a:pt x="0" y="628459"/>
                    <a:pt x="0" y="487871"/>
                  </a:cubicBezTo>
                  <a:cubicBezTo>
                    <a:pt x="0" y="334709"/>
                    <a:pt x="43720" y="215170"/>
                    <a:pt x="131350" y="129064"/>
                  </a:cubicBezTo>
                  <a:cubicBezTo>
                    <a:pt x="218885" y="43053"/>
                    <a:pt x="336900" y="0"/>
                    <a:pt x="485204" y="0"/>
                  </a:cubicBezTo>
                  <a:cubicBezTo>
                    <a:pt x="633508" y="0"/>
                    <a:pt x="738664" y="41815"/>
                    <a:pt x="818198" y="125540"/>
                  </a:cubicBezTo>
                  <a:cubicBezTo>
                    <a:pt x="897731" y="209264"/>
                    <a:pt x="937451" y="325279"/>
                    <a:pt x="937451" y="473678"/>
                  </a:cubicBezTo>
                  <a:cubicBezTo>
                    <a:pt x="937451" y="622078"/>
                    <a:pt x="894588" y="735616"/>
                    <a:pt x="808768" y="823151"/>
                  </a:cubicBezTo>
                  <a:cubicBezTo>
                    <a:pt x="723043" y="910685"/>
                    <a:pt x="607695" y="954500"/>
                    <a:pt x="462915" y="954500"/>
                  </a:cubicBezTo>
                  <a:close/>
                  <a:moveTo>
                    <a:pt x="472821" y="164592"/>
                  </a:moveTo>
                  <a:cubicBezTo>
                    <a:pt x="392049" y="164592"/>
                    <a:pt x="328327" y="192786"/>
                    <a:pt x="281369" y="249174"/>
                  </a:cubicBezTo>
                  <a:cubicBezTo>
                    <a:pt x="234506" y="305562"/>
                    <a:pt x="211074" y="383286"/>
                    <a:pt x="211074" y="482441"/>
                  </a:cubicBezTo>
                  <a:cubicBezTo>
                    <a:pt x="211074" y="581597"/>
                    <a:pt x="234791" y="653225"/>
                    <a:pt x="282321" y="708088"/>
                  </a:cubicBezTo>
                  <a:cubicBezTo>
                    <a:pt x="329756" y="762953"/>
                    <a:pt x="393288" y="790480"/>
                    <a:pt x="472821" y="790480"/>
                  </a:cubicBezTo>
                  <a:cubicBezTo>
                    <a:pt x="552355" y="790480"/>
                    <a:pt x="616554" y="763524"/>
                    <a:pt x="660178" y="709422"/>
                  </a:cubicBezTo>
                  <a:cubicBezTo>
                    <a:pt x="703802" y="655415"/>
                    <a:pt x="725615" y="578549"/>
                    <a:pt x="725615" y="478822"/>
                  </a:cubicBezTo>
                  <a:cubicBezTo>
                    <a:pt x="725615" y="379095"/>
                    <a:pt x="703802" y="301085"/>
                    <a:pt x="660178" y="246412"/>
                  </a:cubicBezTo>
                  <a:cubicBezTo>
                    <a:pt x="616554" y="191834"/>
                    <a:pt x="554070" y="164497"/>
                    <a:pt x="472821" y="1644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1258D29-252A-7890-CBA1-2D62B73CC6DF}"/>
                </a:ext>
              </a:extLst>
            </p:cNvPr>
            <p:cNvSpPr/>
            <p:nvPr/>
          </p:nvSpPr>
          <p:spPr bwMode="white">
            <a:xfrm>
              <a:off x="6867524" y="1907208"/>
              <a:ext cx="607218" cy="1370171"/>
            </a:xfrm>
            <a:custGeom>
              <a:avLst/>
              <a:gdLst>
                <a:gd name="connsiteX0" fmla="*/ 607123 w 607218"/>
                <a:gd name="connsiteY0" fmla="*/ 188786 h 1370171"/>
                <a:gd name="connsiteX1" fmla="*/ 511873 w 607218"/>
                <a:gd name="connsiteY1" fmla="*/ 164783 h 1370171"/>
                <a:gd name="connsiteX2" fmla="*/ 361379 w 607218"/>
                <a:gd name="connsiteY2" fmla="*/ 334804 h 1370171"/>
                <a:gd name="connsiteX3" fmla="*/ 361379 w 607218"/>
                <a:gd name="connsiteY3" fmla="*/ 458534 h 1370171"/>
                <a:gd name="connsiteX4" fmla="*/ 573310 w 607218"/>
                <a:gd name="connsiteY4" fmla="*/ 458534 h 1370171"/>
                <a:gd name="connsiteX5" fmla="*/ 573310 w 607218"/>
                <a:gd name="connsiteY5" fmla="*/ 620554 h 1370171"/>
                <a:gd name="connsiteX6" fmla="*/ 362331 w 607218"/>
                <a:gd name="connsiteY6" fmla="*/ 620554 h 1370171"/>
                <a:gd name="connsiteX7" fmla="*/ 362331 w 607218"/>
                <a:gd name="connsiteY7" fmla="*/ 1370171 h 1370171"/>
                <a:gd name="connsiteX8" fmla="*/ 155829 w 607218"/>
                <a:gd name="connsiteY8" fmla="*/ 1370171 h 1370171"/>
                <a:gd name="connsiteX9" fmla="*/ 155829 w 607218"/>
                <a:gd name="connsiteY9" fmla="*/ 620554 h 1370171"/>
                <a:gd name="connsiteX10" fmla="*/ 0 w 607218"/>
                <a:gd name="connsiteY10" fmla="*/ 620554 h 1370171"/>
                <a:gd name="connsiteX11" fmla="*/ 0 w 607218"/>
                <a:gd name="connsiteY11" fmla="*/ 458534 h 1370171"/>
                <a:gd name="connsiteX12" fmla="*/ 155829 w 607218"/>
                <a:gd name="connsiteY12" fmla="*/ 458534 h 1370171"/>
                <a:gd name="connsiteX13" fmla="*/ 155829 w 607218"/>
                <a:gd name="connsiteY13" fmla="*/ 310706 h 1370171"/>
                <a:gd name="connsiteX14" fmla="*/ 250222 w 607218"/>
                <a:gd name="connsiteY14" fmla="*/ 83249 h 1370171"/>
                <a:gd name="connsiteX15" fmla="*/ 486156 w 607218"/>
                <a:gd name="connsiteY15" fmla="*/ 0 h 1370171"/>
                <a:gd name="connsiteX16" fmla="*/ 607219 w 607218"/>
                <a:gd name="connsiteY16" fmla="*/ 16955 h 1370171"/>
                <a:gd name="connsiteX17" fmla="*/ 607219 w 607218"/>
                <a:gd name="connsiteY17" fmla="*/ 188786 h 137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7218" h="1370171">
                  <a:moveTo>
                    <a:pt x="607123" y="188786"/>
                  </a:moveTo>
                  <a:cubicBezTo>
                    <a:pt x="579215" y="172784"/>
                    <a:pt x="547497" y="164783"/>
                    <a:pt x="511873" y="164783"/>
                  </a:cubicBezTo>
                  <a:cubicBezTo>
                    <a:pt x="411575" y="164783"/>
                    <a:pt x="361379" y="221456"/>
                    <a:pt x="361379" y="334804"/>
                  </a:cubicBezTo>
                  <a:lnTo>
                    <a:pt x="361379" y="458534"/>
                  </a:lnTo>
                  <a:lnTo>
                    <a:pt x="573310" y="458534"/>
                  </a:lnTo>
                  <a:lnTo>
                    <a:pt x="573310" y="620554"/>
                  </a:lnTo>
                  <a:lnTo>
                    <a:pt x="362331" y="620554"/>
                  </a:lnTo>
                  <a:lnTo>
                    <a:pt x="362331" y="1370171"/>
                  </a:lnTo>
                  <a:lnTo>
                    <a:pt x="155829" y="1370171"/>
                  </a:lnTo>
                  <a:lnTo>
                    <a:pt x="155829" y="620554"/>
                  </a:lnTo>
                  <a:lnTo>
                    <a:pt x="0" y="620554"/>
                  </a:lnTo>
                  <a:lnTo>
                    <a:pt x="0" y="458534"/>
                  </a:lnTo>
                  <a:lnTo>
                    <a:pt x="155829" y="458534"/>
                  </a:lnTo>
                  <a:lnTo>
                    <a:pt x="155829" y="310706"/>
                  </a:lnTo>
                  <a:cubicBezTo>
                    <a:pt x="155829" y="214598"/>
                    <a:pt x="187261" y="138779"/>
                    <a:pt x="250222" y="83249"/>
                  </a:cubicBezTo>
                  <a:cubicBezTo>
                    <a:pt x="313087" y="27718"/>
                    <a:pt x="391763" y="0"/>
                    <a:pt x="486156" y="0"/>
                  </a:cubicBezTo>
                  <a:cubicBezTo>
                    <a:pt x="537210" y="0"/>
                    <a:pt x="577501" y="5620"/>
                    <a:pt x="607219" y="16955"/>
                  </a:cubicBezTo>
                  <a:lnTo>
                    <a:pt x="607219" y="1887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479E827-C57E-CA20-149D-7272F492FA52}"/>
                </a:ext>
              </a:extLst>
            </p:cNvPr>
            <p:cNvSpPr/>
            <p:nvPr/>
          </p:nvSpPr>
          <p:spPr bwMode="white">
            <a:xfrm>
              <a:off x="7398638" y="2095993"/>
              <a:ext cx="576929" cy="1201864"/>
            </a:xfrm>
            <a:custGeom>
              <a:avLst/>
              <a:gdLst>
                <a:gd name="connsiteX0" fmla="*/ 576834 w 576929"/>
                <a:gd name="connsiteY0" fmla="*/ 1171575 h 1201864"/>
                <a:gd name="connsiteX1" fmla="*/ 417481 w 576929"/>
                <a:gd name="connsiteY1" fmla="*/ 1201865 h 1201864"/>
                <a:gd name="connsiteX2" fmla="*/ 152209 w 576929"/>
                <a:gd name="connsiteY2" fmla="*/ 947261 h 1201864"/>
                <a:gd name="connsiteX3" fmla="*/ 152209 w 576929"/>
                <a:gd name="connsiteY3" fmla="*/ 431768 h 1201864"/>
                <a:gd name="connsiteX4" fmla="*/ 0 w 576929"/>
                <a:gd name="connsiteY4" fmla="*/ 431768 h 1201864"/>
                <a:gd name="connsiteX5" fmla="*/ 0 w 576929"/>
                <a:gd name="connsiteY5" fmla="*/ 269748 h 1201864"/>
                <a:gd name="connsiteX6" fmla="*/ 152209 w 576929"/>
                <a:gd name="connsiteY6" fmla="*/ 269748 h 1201864"/>
                <a:gd name="connsiteX7" fmla="*/ 152209 w 576929"/>
                <a:gd name="connsiteY7" fmla="*/ 58769 h 1201864"/>
                <a:gd name="connsiteX8" fmla="*/ 358807 w 576929"/>
                <a:gd name="connsiteY8" fmla="*/ 0 h 1201864"/>
                <a:gd name="connsiteX9" fmla="*/ 358807 w 576929"/>
                <a:gd name="connsiteY9" fmla="*/ 269748 h 1201864"/>
                <a:gd name="connsiteX10" fmla="*/ 576929 w 576929"/>
                <a:gd name="connsiteY10" fmla="*/ 269748 h 1201864"/>
                <a:gd name="connsiteX11" fmla="*/ 576929 w 576929"/>
                <a:gd name="connsiteY11" fmla="*/ 431768 h 1201864"/>
                <a:gd name="connsiteX12" fmla="*/ 358807 w 576929"/>
                <a:gd name="connsiteY12" fmla="*/ 431768 h 1201864"/>
                <a:gd name="connsiteX13" fmla="*/ 358807 w 576929"/>
                <a:gd name="connsiteY13" fmla="*/ 887635 h 1201864"/>
                <a:gd name="connsiteX14" fmla="*/ 388144 w 576929"/>
                <a:gd name="connsiteY14" fmla="*/ 1003364 h 1201864"/>
                <a:gd name="connsiteX15" fmla="*/ 486060 w 576929"/>
                <a:gd name="connsiteY15" fmla="*/ 1038035 h 1201864"/>
                <a:gd name="connsiteX16" fmla="*/ 576834 w 576929"/>
                <a:gd name="connsiteY16" fmla="*/ 1007745 h 1201864"/>
                <a:gd name="connsiteX17" fmla="*/ 576834 w 576929"/>
                <a:gd name="connsiteY17" fmla="*/ 1171575 h 12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6929" h="1201864">
                  <a:moveTo>
                    <a:pt x="576834" y="1171575"/>
                  </a:moveTo>
                  <a:cubicBezTo>
                    <a:pt x="536448" y="1191768"/>
                    <a:pt x="483394" y="1201865"/>
                    <a:pt x="417481" y="1201865"/>
                  </a:cubicBezTo>
                  <a:cubicBezTo>
                    <a:pt x="240602" y="1201865"/>
                    <a:pt x="152209" y="1116997"/>
                    <a:pt x="152209" y="947261"/>
                  </a:cubicBezTo>
                  <a:lnTo>
                    <a:pt x="152209" y="431768"/>
                  </a:lnTo>
                  <a:lnTo>
                    <a:pt x="0" y="431768"/>
                  </a:lnTo>
                  <a:lnTo>
                    <a:pt x="0" y="269748"/>
                  </a:lnTo>
                  <a:lnTo>
                    <a:pt x="152209" y="269748"/>
                  </a:lnTo>
                  <a:lnTo>
                    <a:pt x="152209" y="58769"/>
                  </a:lnTo>
                  <a:lnTo>
                    <a:pt x="358807" y="0"/>
                  </a:lnTo>
                  <a:lnTo>
                    <a:pt x="358807" y="269748"/>
                  </a:lnTo>
                  <a:lnTo>
                    <a:pt x="576929" y="269748"/>
                  </a:lnTo>
                  <a:lnTo>
                    <a:pt x="576929" y="431768"/>
                  </a:lnTo>
                  <a:lnTo>
                    <a:pt x="358807" y="431768"/>
                  </a:lnTo>
                  <a:lnTo>
                    <a:pt x="358807" y="887635"/>
                  </a:lnTo>
                  <a:cubicBezTo>
                    <a:pt x="358807" y="941642"/>
                    <a:pt x="368618" y="980218"/>
                    <a:pt x="388144" y="1003364"/>
                  </a:cubicBezTo>
                  <a:cubicBezTo>
                    <a:pt x="407765" y="1026509"/>
                    <a:pt x="440341" y="1038035"/>
                    <a:pt x="486060" y="1038035"/>
                  </a:cubicBezTo>
                  <a:cubicBezTo>
                    <a:pt x="521112" y="1038035"/>
                    <a:pt x="551307" y="1027938"/>
                    <a:pt x="576834" y="1007745"/>
                  </a:cubicBezTo>
                  <a:lnTo>
                    <a:pt x="576834" y="11715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9685AAF-E6CE-0A10-EBE5-9642E5DF5F7E}"/>
                </a:ext>
              </a:extLst>
            </p:cNvPr>
            <p:cNvSpPr/>
            <p:nvPr/>
          </p:nvSpPr>
          <p:spPr bwMode="white">
            <a:xfrm>
              <a:off x="747712" y="3824019"/>
              <a:ext cx="864584" cy="1276730"/>
            </a:xfrm>
            <a:custGeom>
              <a:avLst/>
              <a:gdLst>
                <a:gd name="connsiteX0" fmla="*/ 0 w 864584"/>
                <a:gd name="connsiteY0" fmla="*/ 1276636 h 1276730"/>
                <a:gd name="connsiteX1" fmla="*/ 0 w 864584"/>
                <a:gd name="connsiteY1" fmla="*/ 0 h 1276730"/>
                <a:gd name="connsiteX2" fmla="*/ 405098 w 864584"/>
                <a:gd name="connsiteY2" fmla="*/ 0 h 1276730"/>
                <a:gd name="connsiteX3" fmla="*/ 698468 w 864584"/>
                <a:gd name="connsiteY3" fmla="*/ 81058 h 1276730"/>
                <a:gd name="connsiteX4" fmla="*/ 806672 w 864584"/>
                <a:gd name="connsiteY4" fmla="*/ 292036 h 1276730"/>
                <a:gd name="connsiteX5" fmla="*/ 745236 w 864584"/>
                <a:gd name="connsiteY5" fmla="*/ 480822 h 1276730"/>
                <a:gd name="connsiteX6" fmla="*/ 575215 w 864584"/>
                <a:gd name="connsiteY6" fmla="*/ 594741 h 1276730"/>
                <a:gd name="connsiteX7" fmla="*/ 575215 w 864584"/>
                <a:gd name="connsiteY7" fmla="*/ 598265 h 1276730"/>
                <a:gd name="connsiteX8" fmla="*/ 785813 w 864584"/>
                <a:gd name="connsiteY8" fmla="*/ 695801 h 1276730"/>
                <a:gd name="connsiteX9" fmla="*/ 864584 w 864584"/>
                <a:gd name="connsiteY9" fmla="*/ 909923 h 1276730"/>
                <a:gd name="connsiteX10" fmla="*/ 735521 w 864584"/>
                <a:gd name="connsiteY10" fmla="*/ 1175194 h 1276730"/>
                <a:gd name="connsiteX11" fmla="*/ 409670 w 864584"/>
                <a:gd name="connsiteY11" fmla="*/ 1276731 h 1276730"/>
                <a:gd name="connsiteX12" fmla="*/ 0 w 864584"/>
                <a:gd name="connsiteY12" fmla="*/ 1276731 h 1276730"/>
                <a:gd name="connsiteX13" fmla="*/ 210979 w 864584"/>
                <a:gd name="connsiteY13" fmla="*/ 170021 h 1276730"/>
                <a:gd name="connsiteX14" fmla="*/ 210979 w 864584"/>
                <a:gd name="connsiteY14" fmla="*/ 533209 h 1276730"/>
                <a:gd name="connsiteX15" fmla="*/ 348044 w 864584"/>
                <a:gd name="connsiteY15" fmla="*/ 533209 h 1276730"/>
                <a:gd name="connsiteX16" fmla="*/ 521208 w 864584"/>
                <a:gd name="connsiteY16" fmla="*/ 481108 h 1276730"/>
                <a:gd name="connsiteX17" fmla="*/ 583978 w 864584"/>
                <a:gd name="connsiteY17" fmla="*/ 333756 h 1276730"/>
                <a:gd name="connsiteX18" fmla="*/ 364998 w 864584"/>
                <a:gd name="connsiteY18" fmla="*/ 169926 h 1276730"/>
                <a:gd name="connsiteX19" fmla="*/ 210979 w 864584"/>
                <a:gd name="connsiteY19" fmla="*/ 169926 h 1276730"/>
                <a:gd name="connsiteX20" fmla="*/ 210979 w 864584"/>
                <a:gd name="connsiteY20" fmla="*/ 703326 h 1276730"/>
                <a:gd name="connsiteX21" fmla="*/ 210979 w 864584"/>
                <a:gd name="connsiteY21" fmla="*/ 1107567 h 1276730"/>
                <a:gd name="connsiteX22" fmla="*/ 391668 w 864584"/>
                <a:gd name="connsiteY22" fmla="*/ 1107567 h 1276730"/>
                <a:gd name="connsiteX23" fmla="*/ 574643 w 864584"/>
                <a:gd name="connsiteY23" fmla="*/ 1052798 h 1276730"/>
                <a:gd name="connsiteX24" fmla="*/ 639223 w 864584"/>
                <a:gd name="connsiteY24" fmla="*/ 901922 h 1276730"/>
                <a:gd name="connsiteX25" fmla="*/ 364141 w 864584"/>
                <a:gd name="connsiteY25" fmla="*/ 703421 h 1276730"/>
                <a:gd name="connsiteX26" fmla="*/ 210979 w 864584"/>
                <a:gd name="connsiteY26" fmla="*/ 703421 h 127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4584" h="1276730">
                  <a:moveTo>
                    <a:pt x="0" y="1276636"/>
                  </a:moveTo>
                  <a:lnTo>
                    <a:pt x="0" y="0"/>
                  </a:lnTo>
                  <a:lnTo>
                    <a:pt x="405098" y="0"/>
                  </a:lnTo>
                  <a:cubicBezTo>
                    <a:pt x="528542" y="0"/>
                    <a:pt x="626364" y="27051"/>
                    <a:pt x="698468" y="81058"/>
                  </a:cubicBezTo>
                  <a:cubicBezTo>
                    <a:pt x="770573" y="135064"/>
                    <a:pt x="806672" y="205359"/>
                    <a:pt x="806672" y="292036"/>
                  </a:cubicBezTo>
                  <a:cubicBezTo>
                    <a:pt x="806672" y="364426"/>
                    <a:pt x="786194" y="427387"/>
                    <a:pt x="745236" y="480822"/>
                  </a:cubicBezTo>
                  <a:cubicBezTo>
                    <a:pt x="704279" y="534257"/>
                    <a:pt x="647605" y="572262"/>
                    <a:pt x="575215" y="594741"/>
                  </a:cubicBezTo>
                  <a:lnTo>
                    <a:pt x="575215" y="598265"/>
                  </a:lnTo>
                  <a:cubicBezTo>
                    <a:pt x="663035" y="608362"/>
                    <a:pt x="733235" y="640842"/>
                    <a:pt x="785813" y="695801"/>
                  </a:cubicBezTo>
                  <a:cubicBezTo>
                    <a:pt x="838295" y="750665"/>
                    <a:pt x="864584" y="822103"/>
                    <a:pt x="864584" y="909923"/>
                  </a:cubicBezTo>
                  <a:cubicBezTo>
                    <a:pt x="864584" y="1019175"/>
                    <a:pt x="821531" y="1107567"/>
                    <a:pt x="735521" y="1175194"/>
                  </a:cubicBezTo>
                  <a:cubicBezTo>
                    <a:pt x="649415" y="1242822"/>
                    <a:pt x="540830" y="1276731"/>
                    <a:pt x="409670" y="1276731"/>
                  </a:cubicBezTo>
                  <a:lnTo>
                    <a:pt x="0" y="1276731"/>
                  </a:lnTo>
                  <a:close/>
                  <a:moveTo>
                    <a:pt x="210979" y="170021"/>
                  </a:moveTo>
                  <a:lnTo>
                    <a:pt x="210979" y="533209"/>
                  </a:lnTo>
                  <a:lnTo>
                    <a:pt x="348044" y="533209"/>
                  </a:lnTo>
                  <a:cubicBezTo>
                    <a:pt x="421672" y="533209"/>
                    <a:pt x="479393" y="515874"/>
                    <a:pt x="521208" y="481108"/>
                  </a:cubicBezTo>
                  <a:cubicBezTo>
                    <a:pt x="563023" y="446342"/>
                    <a:pt x="583978" y="397288"/>
                    <a:pt x="583978" y="333756"/>
                  </a:cubicBezTo>
                  <a:cubicBezTo>
                    <a:pt x="583978" y="224600"/>
                    <a:pt x="511016" y="169926"/>
                    <a:pt x="364998" y="169926"/>
                  </a:cubicBezTo>
                  <a:lnTo>
                    <a:pt x="210979" y="169926"/>
                  </a:lnTo>
                  <a:close/>
                  <a:moveTo>
                    <a:pt x="210979" y="703326"/>
                  </a:moveTo>
                  <a:lnTo>
                    <a:pt x="210979" y="1107567"/>
                  </a:lnTo>
                  <a:lnTo>
                    <a:pt x="391668" y="1107567"/>
                  </a:lnTo>
                  <a:cubicBezTo>
                    <a:pt x="470630" y="1107567"/>
                    <a:pt x="531590" y="1089279"/>
                    <a:pt x="574643" y="1052798"/>
                  </a:cubicBezTo>
                  <a:cubicBezTo>
                    <a:pt x="617696" y="1016318"/>
                    <a:pt x="639223" y="966026"/>
                    <a:pt x="639223" y="901922"/>
                  </a:cubicBezTo>
                  <a:cubicBezTo>
                    <a:pt x="639223" y="769620"/>
                    <a:pt x="547497" y="703421"/>
                    <a:pt x="364141" y="703421"/>
                  </a:cubicBezTo>
                  <a:lnTo>
                    <a:pt x="210979" y="7034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D47342F-6E33-C310-3B4A-6DB6948CD42C}"/>
                </a:ext>
              </a:extLst>
            </p:cNvPr>
            <p:cNvSpPr/>
            <p:nvPr/>
          </p:nvSpPr>
          <p:spPr bwMode="white">
            <a:xfrm>
              <a:off x="1753361" y="4189016"/>
              <a:ext cx="812863" cy="932973"/>
            </a:xfrm>
            <a:custGeom>
              <a:avLst/>
              <a:gdLst>
                <a:gd name="connsiteX0" fmla="*/ 812863 w 812863"/>
                <a:gd name="connsiteY0" fmla="*/ 911638 h 932973"/>
                <a:gd name="connsiteX1" fmla="*/ 606362 w 812863"/>
                <a:gd name="connsiteY1" fmla="*/ 911638 h 932973"/>
                <a:gd name="connsiteX2" fmla="*/ 606362 w 812863"/>
                <a:gd name="connsiteY2" fmla="*/ 767429 h 932973"/>
                <a:gd name="connsiteX3" fmla="*/ 602742 w 812863"/>
                <a:gd name="connsiteY3" fmla="*/ 767429 h 932973"/>
                <a:gd name="connsiteX4" fmla="*/ 323183 w 812863"/>
                <a:gd name="connsiteY4" fmla="*/ 932974 h 932973"/>
                <a:gd name="connsiteX5" fmla="*/ 0 w 812863"/>
                <a:gd name="connsiteY5" fmla="*/ 544830 h 932973"/>
                <a:gd name="connsiteX6" fmla="*/ 0 w 812863"/>
                <a:gd name="connsiteY6" fmla="*/ 0 h 932973"/>
                <a:gd name="connsiteX7" fmla="*/ 206502 w 812863"/>
                <a:gd name="connsiteY7" fmla="*/ 0 h 932973"/>
                <a:gd name="connsiteX8" fmla="*/ 206502 w 812863"/>
                <a:gd name="connsiteY8" fmla="*/ 523494 h 932973"/>
                <a:gd name="connsiteX9" fmla="*/ 396145 w 812863"/>
                <a:gd name="connsiteY9" fmla="*/ 769239 h 932973"/>
                <a:gd name="connsiteX10" fmla="*/ 547021 w 812863"/>
                <a:gd name="connsiteY10" fmla="*/ 701612 h 932973"/>
                <a:gd name="connsiteX11" fmla="*/ 606266 w 812863"/>
                <a:gd name="connsiteY11" fmla="*/ 524447 h 932973"/>
                <a:gd name="connsiteX12" fmla="*/ 606266 w 812863"/>
                <a:gd name="connsiteY12" fmla="*/ 95 h 932973"/>
                <a:gd name="connsiteX13" fmla="*/ 812768 w 812863"/>
                <a:gd name="connsiteY13" fmla="*/ 95 h 932973"/>
                <a:gd name="connsiteX14" fmla="*/ 812768 w 812863"/>
                <a:gd name="connsiteY14" fmla="*/ 911733 h 932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863" h="932973">
                  <a:moveTo>
                    <a:pt x="812863" y="911638"/>
                  </a:moveTo>
                  <a:lnTo>
                    <a:pt x="606362" y="911638"/>
                  </a:lnTo>
                  <a:lnTo>
                    <a:pt x="606362" y="767429"/>
                  </a:lnTo>
                  <a:lnTo>
                    <a:pt x="602742" y="767429"/>
                  </a:lnTo>
                  <a:cubicBezTo>
                    <a:pt x="542830" y="877824"/>
                    <a:pt x="449580" y="932974"/>
                    <a:pt x="323183" y="932974"/>
                  </a:cubicBezTo>
                  <a:cubicBezTo>
                    <a:pt x="107728" y="932974"/>
                    <a:pt x="0" y="803624"/>
                    <a:pt x="0" y="544830"/>
                  </a:cubicBezTo>
                  <a:lnTo>
                    <a:pt x="0" y="0"/>
                  </a:lnTo>
                  <a:lnTo>
                    <a:pt x="206502" y="0"/>
                  </a:lnTo>
                  <a:lnTo>
                    <a:pt x="206502" y="523494"/>
                  </a:lnTo>
                  <a:cubicBezTo>
                    <a:pt x="206502" y="687324"/>
                    <a:pt x="269748" y="769239"/>
                    <a:pt x="396145" y="769239"/>
                  </a:cubicBezTo>
                  <a:cubicBezTo>
                    <a:pt x="457295" y="769239"/>
                    <a:pt x="507587" y="746665"/>
                    <a:pt x="547021" y="701612"/>
                  </a:cubicBezTo>
                  <a:cubicBezTo>
                    <a:pt x="586454" y="656558"/>
                    <a:pt x="606266" y="597408"/>
                    <a:pt x="606266" y="524447"/>
                  </a:cubicBezTo>
                  <a:lnTo>
                    <a:pt x="606266" y="95"/>
                  </a:lnTo>
                  <a:lnTo>
                    <a:pt x="812768" y="95"/>
                  </a:lnTo>
                  <a:lnTo>
                    <a:pt x="812768" y="9117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0420E76-AEB3-65EE-FDCE-6D201AB9FA24}"/>
                </a:ext>
              </a:extLst>
            </p:cNvPr>
            <p:cNvSpPr/>
            <p:nvPr/>
          </p:nvSpPr>
          <p:spPr bwMode="white">
            <a:xfrm>
              <a:off x="2761678" y="3762487"/>
              <a:ext cx="248412" cy="1338167"/>
            </a:xfrm>
            <a:custGeom>
              <a:avLst/>
              <a:gdLst>
                <a:gd name="connsiteX0" fmla="*/ 122872 w 248412"/>
                <a:gd name="connsiteY0" fmla="*/ 235077 h 1338167"/>
                <a:gd name="connsiteX1" fmla="*/ 36100 w 248412"/>
                <a:gd name="connsiteY1" fmla="*/ 202121 h 1338167"/>
                <a:gd name="connsiteX2" fmla="*/ 0 w 248412"/>
                <a:gd name="connsiteY2" fmla="*/ 118396 h 1338167"/>
                <a:gd name="connsiteX3" fmla="*/ 36100 w 248412"/>
                <a:gd name="connsiteY3" fmla="*/ 33814 h 1338167"/>
                <a:gd name="connsiteX4" fmla="*/ 122872 w 248412"/>
                <a:gd name="connsiteY4" fmla="*/ 0 h 1338167"/>
                <a:gd name="connsiteX5" fmla="*/ 211931 w 248412"/>
                <a:gd name="connsiteY5" fmla="*/ 33814 h 1338167"/>
                <a:gd name="connsiteX6" fmla="*/ 248412 w 248412"/>
                <a:gd name="connsiteY6" fmla="*/ 118396 h 1338167"/>
                <a:gd name="connsiteX7" fmla="*/ 211931 w 248412"/>
                <a:gd name="connsiteY7" fmla="*/ 200787 h 1338167"/>
                <a:gd name="connsiteX8" fmla="*/ 122872 w 248412"/>
                <a:gd name="connsiteY8" fmla="*/ 235077 h 1338167"/>
                <a:gd name="connsiteX9" fmla="*/ 225266 w 248412"/>
                <a:gd name="connsiteY9" fmla="*/ 1338167 h 1338167"/>
                <a:gd name="connsiteX10" fmla="*/ 18764 w 248412"/>
                <a:gd name="connsiteY10" fmla="*/ 1338167 h 1338167"/>
                <a:gd name="connsiteX11" fmla="*/ 18764 w 248412"/>
                <a:gd name="connsiteY11" fmla="*/ 426530 h 1338167"/>
                <a:gd name="connsiteX12" fmla="*/ 225266 w 248412"/>
                <a:gd name="connsiteY12" fmla="*/ 426530 h 1338167"/>
                <a:gd name="connsiteX13" fmla="*/ 225266 w 248412"/>
                <a:gd name="connsiteY13" fmla="*/ 1338167 h 13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412" h="1338167">
                  <a:moveTo>
                    <a:pt x="122872" y="235077"/>
                  </a:moveTo>
                  <a:cubicBezTo>
                    <a:pt x="89059" y="235077"/>
                    <a:pt x="60103" y="224123"/>
                    <a:pt x="36100" y="202121"/>
                  </a:cubicBezTo>
                  <a:cubicBezTo>
                    <a:pt x="12097" y="180213"/>
                    <a:pt x="0" y="152305"/>
                    <a:pt x="0" y="118396"/>
                  </a:cubicBezTo>
                  <a:cubicBezTo>
                    <a:pt x="0" y="84487"/>
                    <a:pt x="12001" y="56388"/>
                    <a:pt x="36100" y="33814"/>
                  </a:cubicBezTo>
                  <a:cubicBezTo>
                    <a:pt x="60103" y="11240"/>
                    <a:pt x="89059" y="0"/>
                    <a:pt x="122872" y="0"/>
                  </a:cubicBezTo>
                  <a:cubicBezTo>
                    <a:pt x="156686" y="0"/>
                    <a:pt x="187547" y="11240"/>
                    <a:pt x="211931" y="33814"/>
                  </a:cubicBezTo>
                  <a:cubicBezTo>
                    <a:pt x="236220" y="56388"/>
                    <a:pt x="248412" y="84582"/>
                    <a:pt x="248412" y="118396"/>
                  </a:cubicBezTo>
                  <a:cubicBezTo>
                    <a:pt x="248412" y="150495"/>
                    <a:pt x="236220" y="177927"/>
                    <a:pt x="211931" y="200787"/>
                  </a:cubicBezTo>
                  <a:cubicBezTo>
                    <a:pt x="187547" y="223647"/>
                    <a:pt x="157925" y="235077"/>
                    <a:pt x="122872" y="235077"/>
                  </a:cubicBezTo>
                  <a:close/>
                  <a:moveTo>
                    <a:pt x="225266" y="1338167"/>
                  </a:moveTo>
                  <a:lnTo>
                    <a:pt x="18764" y="1338167"/>
                  </a:lnTo>
                  <a:lnTo>
                    <a:pt x="18764" y="426530"/>
                  </a:lnTo>
                  <a:lnTo>
                    <a:pt x="225266" y="426530"/>
                  </a:lnTo>
                  <a:lnTo>
                    <a:pt x="225266" y="1338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79EA27-BDCF-7F8B-7B2D-C206ABC3C20D}"/>
                </a:ext>
              </a:extLst>
            </p:cNvPr>
            <p:cNvSpPr/>
            <p:nvPr/>
          </p:nvSpPr>
          <p:spPr bwMode="white">
            <a:xfrm>
              <a:off x="3201923" y="3750962"/>
              <a:ext cx="207454" cy="1349692"/>
            </a:xfrm>
            <a:custGeom>
              <a:avLst/>
              <a:gdLst>
                <a:gd name="connsiteX0" fmla="*/ 207454 w 207454"/>
                <a:gd name="connsiteY0" fmla="*/ 1349692 h 1349692"/>
                <a:gd name="connsiteX1" fmla="*/ 0 w 207454"/>
                <a:gd name="connsiteY1" fmla="*/ 1349692 h 1349692"/>
                <a:gd name="connsiteX2" fmla="*/ 0 w 207454"/>
                <a:gd name="connsiteY2" fmla="*/ 0 h 1349692"/>
                <a:gd name="connsiteX3" fmla="*/ 207454 w 207454"/>
                <a:gd name="connsiteY3" fmla="*/ 0 h 1349692"/>
                <a:gd name="connsiteX4" fmla="*/ 207454 w 207454"/>
                <a:gd name="connsiteY4" fmla="*/ 1349692 h 134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454" h="1349692">
                  <a:moveTo>
                    <a:pt x="207454" y="1349692"/>
                  </a:moveTo>
                  <a:lnTo>
                    <a:pt x="0" y="1349692"/>
                  </a:lnTo>
                  <a:lnTo>
                    <a:pt x="0" y="0"/>
                  </a:lnTo>
                  <a:lnTo>
                    <a:pt x="207454" y="0"/>
                  </a:lnTo>
                  <a:lnTo>
                    <a:pt x="207454" y="13496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2A0F44C-FB10-0AF7-02B0-8BFF25C72AF1}"/>
                </a:ext>
              </a:extLst>
            </p:cNvPr>
            <p:cNvSpPr/>
            <p:nvPr/>
          </p:nvSpPr>
          <p:spPr bwMode="white">
            <a:xfrm>
              <a:off x="3564826" y="3751152"/>
              <a:ext cx="887634" cy="1370933"/>
            </a:xfrm>
            <a:custGeom>
              <a:avLst/>
              <a:gdLst>
                <a:gd name="connsiteX0" fmla="*/ 887635 w 887634"/>
                <a:gd name="connsiteY0" fmla="*/ 1349502 h 1370933"/>
                <a:gd name="connsiteX1" fmla="*/ 681038 w 887634"/>
                <a:gd name="connsiteY1" fmla="*/ 1349502 h 1370933"/>
                <a:gd name="connsiteX2" fmla="*/ 681038 w 887634"/>
                <a:gd name="connsiteY2" fmla="*/ 1194626 h 1370933"/>
                <a:gd name="connsiteX3" fmla="*/ 677513 w 887634"/>
                <a:gd name="connsiteY3" fmla="*/ 1194626 h 1370933"/>
                <a:gd name="connsiteX4" fmla="*/ 370332 w 887634"/>
                <a:gd name="connsiteY4" fmla="*/ 1370933 h 1370933"/>
                <a:gd name="connsiteX5" fmla="*/ 101060 w 887634"/>
                <a:gd name="connsiteY5" fmla="*/ 1248537 h 1370933"/>
                <a:gd name="connsiteX6" fmla="*/ 0 w 887634"/>
                <a:gd name="connsiteY6" fmla="*/ 915162 h 1370933"/>
                <a:gd name="connsiteX7" fmla="*/ 111728 w 887634"/>
                <a:gd name="connsiteY7" fmla="*/ 552831 h 1370933"/>
                <a:gd name="connsiteX8" fmla="*/ 409575 w 887634"/>
                <a:gd name="connsiteY8" fmla="*/ 416624 h 1370933"/>
                <a:gd name="connsiteX9" fmla="*/ 677513 w 887634"/>
                <a:gd name="connsiteY9" fmla="*/ 564452 h 1370933"/>
                <a:gd name="connsiteX10" fmla="*/ 681038 w 887634"/>
                <a:gd name="connsiteY10" fmla="*/ 564452 h 1370933"/>
                <a:gd name="connsiteX11" fmla="*/ 681038 w 887634"/>
                <a:gd name="connsiteY11" fmla="*/ 0 h 1370933"/>
                <a:gd name="connsiteX12" fmla="*/ 887635 w 887634"/>
                <a:gd name="connsiteY12" fmla="*/ 0 h 1370933"/>
                <a:gd name="connsiteX13" fmla="*/ 887635 w 887634"/>
                <a:gd name="connsiteY13" fmla="*/ 1349693 h 1370933"/>
                <a:gd name="connsiteX14" fmla="*/ 683705 w 887634"/>
                <a:gd name="connsiteY14" fmla="*/ 932879 h 1370933"/>
                <a:gd name="connsiteX15" fmla="*/ 683705 w 887634"/>
                <a:gd name="connsiteY15" fmla="*/ 813530 h 1370933"/>
                <a:gd name="connsiteX16" fmla="*/ 620458 w 887634"/>
                <a:gd name="connsiteY16" fmla="*/ 648843 h 1370933"/>
                <a:gd name="connsiteX17" fmla="*/ 459296 w 887634"/>
                <a:gd name="connsiteY17" fmla="*/ 581216 h 1370933"/>
                <a:gd name="connsiteX18" fmla="*/ 277273 w 887634"/>
                <a:gd name="connsiteY18" fmla="*/ 667607 h 1370933"/>
                <a:gd name="connsiteX19" fmla="*/ 210979 w 887634"/>
                <a:gd name="connsiteY19" fmla="*/ 907066 h 1370933"/>
                <a:gd name="connsiteX20" fmla="*/ 274606 w 887634"/>
                <a:gd name="connsiteY20" fmla="*/ 1126522 h 1370933"/>
                <a:gd name="connsiteX21" fmla="*/ 445960 w 887634"/>
                <a:gd name="connsiteY21" fmla="*/ 1207103 h 1370933"/>
                <a:gd name="connsiteX22" fmla="*/ 617791 w 887634"/>
                <a:gd name="connsiteY22" fmla="*/ 1129189 h 1370933"/>
                <a:gd name="connsiteX23" fmla="*/ 683705 w 887634"/>
                <a:gd name="connsiteY23" fmla="*/ 932879 h 13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87634" h="1370933">
                  <a:moveTo>
                    <a:pt x="887635" y="1349502"/>
                  </a:moveTo>
                  <a:lnTo>
                    <a:pt x="681038" y="1349502"/>
                  </a:lnTo>
                  <a:lnTo>
                    <a:pt x="681038" y="1194626"/>
                  </a:lnTo>
                  <a:lnTo>
                    <a:pt x="677513" y="1194626"/>
                  </a:lnTo>
                  <a:cubicBezTo>
                    <a:pt x="611029" y="1312164"/>
                    <a:pt x="508635" y="1370933"/>
                    <a:pt x="370332" y="1370933"/>
                  </a:cubicBezTo>
                  <a:cubicBezTo>
                    <a:pt x="258127" y="1370933"/>
                    <a:pt x="168402" y="1330166"/>
                    <a:pt x="101060" y="1248537"/>
                  </a:cubicBezTo>
                  <a:cubicBezTo>
                    <a:pt x="33718" y="1166908"/>
                    <a:pt x="0" y="1055751"/>
                    <a:pt x="0" y="915162"/>
                  </a:cubicBezTo>
                  <a:cubicBezTo>
                    <a:pt x="0" y="764381"/>
                    <a:pt x="37243" y="643604"/>
                    <a:pt x="111728" y="552831"/>
                  </a:cubicBezTo>
                  <a:cubicBezTo>
                    <a:pt x="186214" y="462058"/>
                    <a:pt x="285464" y="416624"/>
                    <a:pt x="409575" y="416624"/>
                  </a:cubicBezTo>
                  <a:cubicBezTo>
                    <a:pt x="533686" y="416624"/>
                    <a:pt x="621792" y="465868"/>
                    <a:pt x="677513" y="564452"/>
                  </a:cubicBezTo>
                  <a:lnTo>
                    <a:pt x="681038" y="564452"/>
                  </a:lnTo>
                  <a:lnTo>
                    <a:pt x="681038" y="0"/>
                  </a:lnTo>
                  <a:lnTo>
                    <a:pt x="887635" y="0"/>
                  </a:lnTo>
                  <a:lnTo>
                    <a:pt x="887635" y="1349693"/>
                  </a:lnTo>
                  <a:close/>
                  <a:moveTo>
                    <a:pt x="683705" y="932879"/>
                  </a:moveTo>
                  <a:lnTo>
                    <a:pt x="683705" y="813530"/>
                  </a:lnTo>
                  <a:cubicBezTo>
                    <a:pt x="683705" y="748855"/>
                    <a:pt x="662654" y="693896"/>
                    <a:pt x="620458" y="648843"/>
                  </a:cubicBezTo>
                  <a:cubicBezTo>
                    <a:pt x="578358" y="603695"/>
                    <a:pt x="524637" y="581216"/>
                    <a:pt x="459296" y="581216"/>
                  </a:cubicBezTo>
                  <a:cubicBezTo>
                    <a:pt x="382143" y="581216"/>
                    <a:pt x="321469" y="609981"/>
                    <a:pt x="277273" y="667607"/>
                  </a:cubicBezTo>
                  <a:cubicBezTo>
                    <a:pt x="233077" y="725138"/>
                    <a:pt x="210979" y="805053"/>
                    <a:pt x="210979" y="907066"/>
                  </a:cubicBezTo>
                  <a:cubicBezTo>
                    <a:pt x="210979" y="999649"/>
                    <a:pt x="232220" y="1072801"/>
                    <a:pt x="274606" y="1126522"/>
                  </a:cubicBezTo>
                  <a:cubicBezTo>
                    <a:pt x="316992" y="1180243"/>
                    <a:pt x="374142" y="1207103"/>
                    <a:pt x="445960" y="1207103"/>
                  </a:cubicBezTo>
                  <a:cubicBezTo>
                    <a:pt x="517779" y="1207103"/>
                    <a:pt x="573881" y="1181100"/>
                    <a:pt x="617791" y="1129189"/>
                  </a:cubicBezTo>
                  <a:cubicBezTo>
                    <a:pt x="661702" y="1077278"/>
                    <a:pt x="683705" y="1011841"/>
                    <a:pt x="683705" y="9328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94193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8EF10-4115-7EE6-1249-D6DC0A94D9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918223"/>
            <a:ext cx="9144000" cy="615553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>
                <a:solidFill>
                  <a:srgbClr val="D4EC8E"/>
                </a:solidFill>
              </a:defRPr>
            </a:lvl1pPr>
          </a:lstStyle>
          <a:p>
            <a:pPr lvl="0"/>
            <a:r>
              <a:rPr lang="en-US" dirty="0"/>
              <a:t>What’s new in C# 12 and beyond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Dustin Campbell and Mads Torgersen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7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7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87520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612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5076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1612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1612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989374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67304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41377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155119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155119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79515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17432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3971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900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0753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9422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5970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016203"/>
            <a:ext cx="4158362" cy="110799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>
                <a:latin typeface="맑은 고딕" panose="020B0503020000020004" pitchFamily="50" charset="-127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201271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3414"/>
            <a:ext cx="4159950" cy="1107996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96879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861774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031623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00310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48842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815868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436128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880602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287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29984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8896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895642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29343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709859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7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133592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554193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6950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9747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342059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379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081252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379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466263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55399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430887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5598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0414"/>
            <a:ext cx="3182027" cy="553998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3211969"/>
            <a:ext cx="6667500" cy="430887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9792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50780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8430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40607772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43087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9860107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맑은 고딕" panose="020B0503020000020004" pitchFamily="50" charset="-127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7126918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F64A13-1480-A771-C5E0-989748C7DB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49366" y="688"/>
            <a:ext cx="3742634" cy="68566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509542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9423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D0199-9B4A-EF92-5063-6750098BC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00717" y="0"/>
            <a:ext cx="2490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2140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374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459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722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29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0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96719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ue and purple text boxes&#10;&#10;Description automatically generated">
            <a:extLst>
              <a:ext uri="{FF2B5EF4-FFF2-40B4-BE49-F238E27FC236}">
                <a16:creationId xmlns:a16="http://schemas.microsoft.com/office/drawing/2014/main" id="{D1D80C86-C1EE-D82B-5D1F-9435FD763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8059" y="-804286"/>
            <a:ext cx="12192000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088F375-4E21-F14D-FF9C-1B7E08C27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171" y="3744063"/>
            <a:ext cx="6367270" cy="19236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0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5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1029BF0-5368-F2F6-C1A8-095C0A922E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5899826"/>
            <a:ext cx="5430837" cy="30777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65C0E-B7BA-1153-270D-262661B27E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171" y="650397"/>
            <a:ext cx="961417" cy="96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47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43.xml"/><Relationship Id="rId39" Type="http://schemas.openxmlformats.org/officeDocument/2006/relationships/slideLayout" Target="../slideLayouts/slideLayout56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34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64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63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58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4.xml"/><Relationship Id="rId40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62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53.xml"/><Relationship Id="rId4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48.xml"/><Relationship Id="rId44" Type="http://schemas.openxmlformats.org/officeDocument/2006/relationships/slideLayout" Target="../slideLayouts/slideLayout61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65.xml"/><Relationship Id="rId8" Type="http://schemas.openxmlformats.org/officeDocument/2006/relationships/slideLayout" Target="../slideLayouts/slideLayout25.xml"/><Relationship Id="rId51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784875-A139-48D9-8DC6-D46B143F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BEF09-AF06-48E0-999A-13E770753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BB2D0-4FC4-407B-8B30-6ACA0B4A8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6D52-9E19-44E5-8545-8762310DD167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D24711-BB7D-477E-A242-57BE6F273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9D905-140D-4DBC-94DF-FCA02D652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06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92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  <p:sldLayoutId id="2147483718" r:id="rId40"/>
    <p:sldLayoutId id="2147483719" r:id="rId41"/>
    <p:sldLayoutId id="2147483720" r:id="rId42"/>
    <p:sldLayoutId id="2147483721" r:id="rId43"/>
    <p:sldLayoutId id="2147483722" r:id="rId44"/>
    <p:sldLayoutId id="2147483723" r:id="rId45"/>
    <p:sldLayoutId id="2147483724" r:id="rId46"/>
    <p:sldLayoutId id="2147483725" r:id="rId47"/>
    <p:sldLayoutId id="2147483726" r:id="rId48"/>
    <p:sldLayoutId id="2147483727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맑은 고딕" panose="020B0503020000020004" pitchFamily="50" charset="-127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DC0B-2A1D-D265-C645-54C020A0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04" y="3679638"/>
            <a:ext cx="8509885" cy="2798780"/>
          </a:xfrm>
        </p:spPr>
        <p:txBody>
          <a:bodyPr/>
          <a:lstStyle/>
          <a:p>
            <a:pPr defTabSz="914367"/>
            <a:r>
              <a:rPr lang="en-US" sz="4800" dirty="0">
                <a:solidFill>
                  <a:schemeClr val="bg1"/>
                </a:solidFill>
              </a:rPr>
              <a:t>ASP.NET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Core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Web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API</a:t>
            </a:r>
            <a:br>
              <a:rPr lang="en-US" altLang="ko-KR" sz="4800" dirty="0">
                <a:solidFill>
                  <a:schemeClr val="bg1"/>
                </a:solidFill>
              </a:rPr>
            </a:br>
            <a:r>
              <a:rPr lang="ko-KR" altLang="en-US" sz="4800" dirty="0">
                <a:solidFill>
                  <a:schemeClr val="bg1"/>
                </a:solidFill>
              </a:rPr>
              <a:t>미니 프로젝트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68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5F625-5AE0-4CF3-BDD2-1D85516B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000" dirty="0"/>
              <a:t>ASP.NET Core Web API </a:t>
            </a:r>
            <a:r>
              <a:rPr lang="ko-KR" altLang="en-US" sz="8000" dirty="0"/>
              <a:t>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4E4D3D-ABA6-4057-B83D-F65823F73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4000" dirty="0"/>
              <a:t>박용준 강사</a:t>
            </a:r>
            <a:endParaRPr lang="en-US" altLang="ko-KR" sz="4000" dirty="0"/>
          </a:p>
          <a:p>
            <a:r>
              <a:rPr lang="en-US" altLang="ko-KR" sz="3200" dirty="0"/>
              <a:t>    Microsoft MVP 2025-2026</a:t>
            </a:r>
          </a:p>
          <a:p>
            <a:r>
              <a:rPr lang="en-US" altLang="ko-KR" sz="3200" dirty="0"/>
              <a:t>    https://www.dotnetkorea.com</a:t>
            </a:r>
          </a:p>
          <a:p>
            <a:r>
              <a:rPr lang="en-US" altLang="ko-KR" sz="3200" dirty="0"/>
              <a:t>    https://youtube.com/@VisualAcademy</a:t>
            </a:r>
          </a:p>
        </p:txBody>
      </p:sp>
    </p:spTree>
    <p:extLst>
      <p:ext uri="{BB962C8B-B14F-4D97-AF65-F5344CB8AC3E}">
        <p14:creationId xmlns:p14="http://schemas.microsoft.com/office/powerpoint/2010/main" val="238507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5F625-5AE0-4CF3-BDD2-1D85516B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8000" dirty="0"/>
              <a:t>ASP.NET Core Web API </a:t>
            </a:r>
            <a:br>
              <a:rPr lang="en-US" altLang="ko-KR" sz="8000" dirty="0"/>
            </a:br>
            <a:r>
              <a:rPr lang="ko-KR" altLang="en-US" sz="8000" dirty="0"/>
              <a:t>개발 환경 구축 및 </a:t>
            </a:r>
            <a:br>
              <a:rPr lang="en-US" altLang="ko-KR" sz="8000" dirty="0"/>
            </a:br>
            <a:r>
              <a:rPr lang="en-US" altLang="ko-KR" sz="8000" dirty="0"/>
              <a:t>Web API </a:t>
            </a:r>
            <a:r>
              <a:rPr lang="ko-KR" altLang="en-US" sz="8000" dirty="0"/>
              <a:t>만들고 실행하기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4E4D3D-ABA6-4057-B83D-F65823F73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4000" dirty="0"/>
              <a:t>박용준 강사</a:t>
            </a:r>
            <a:endParaRPr lang="en-US" altLang="ko-KR" sz="4000" dirty="0"/>
          </a:p>
          <a:p>
            <a:r>
              <a:rPr lang="en-US" altLang="ko-KR" sz="3200" dirty="0"/>
              <a:t>    Microsoft MVP 2025-2026</a:t>
            </a:r>
          </a:p>
          <a:p>
            <a:r>
              <a:rPr lang="en-US" altLang="ko-KR" sz="3200" dirty="0"/>
              <a:t>    https://www.dotnetkorea.com</a:t>
            </a:r>
          </a:p>
          <a:p>
            <a:r>
              <a:rPr lang="en-US" altLang="ko-KR" sz="3200" dirty="0"/>
              <a:t>    https://youtube.com/@VisualAcademy</a:t>
            </a:r>
          </a:p>
        </p:txBody>
      </p:sp>
    </p:spTree>
    <p:extLst>
      <p:ext uri="{BB962C8B-B14F-4D97-AF65-F5344CB8AC3E}">
        <p14:creationId xmlns:p14="http://schemas.microsoft.com/office/powerpoint/2010/main" val="394136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5F625-5AE0-4CF3-BDD2-1D85516B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000" dirty="0"/>
              <a:t>Web API </a:t>
            </a:r>
            <a:br>
              <a:rPr lang="en-US" altLang="ko-KR" sz="8000" dirty="0"/>
            </a:br>
            <a:r>
              <a:rPr lang="ko-KR" altLang="en-US" sz="8000" dirty="0"/>
              <a:t>버전관리</a:t>
            </a:r>
            <a:r>
              <a:rPr lang="en-US" altLang="ko-KR" sz="8000" dirty="0"/>
              <a:t>(Versioning)</a:t>
            </a:r>
            <a:endParaRPr lang="ko-KR" altLang="en-US" sz="8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4E4D3D-ABA6-4057-B83D-F65823F73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4000" dirty="0"/>
              <a:t>박용준 강사</a:t>
            </a:r>
            <a:endParaRPr lang="en-US" altLang="ko-KR" sz="4000" dirty="0"/>
          </a:p>
          <a:p>
            <a:r>
              <a:rPr lang="en-US" altLang="ko-KR" sz="3200" dirty="0"/>
              <a:t>    Microsoft MVP 2025-2026</a:t>
            </a:r>
          </a:p>
          <a:p>
            <a:r>
              <a:rPr lang="en-US" altLang="ko-KR" sz="3200" dirty="0"/>
              <a:t>    https://www.dotnetkorea.com</a:t>
            </a:r>
          </a:p>
          <a:p>
            <a:r>
              <a:rPr lang="en-US" altLang="ko-KR" sz="3200" dirty="0"/>
              <a:t>    https://youtube.com/@VisualAcademy</a:t>
            </a:r>
          </a:p>
        </p:txBody>
      </p:sp>
    </p:spTree>
    <p:extLst>
      <p:ext uri="{BB962C8B-B14F-4D97-AF65-F5344CB8AC3E}">
        <p14:creationId xmlns:p14="http://schemas.microsoft.com/office/powerpoint/2010/main" val="258839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91">
      <a:dk1>
        <a:srgbClr val="091F2C"/>
      </a:dk1>
      <a:lt1>
        <a:srgbClr val="FFFFFF"/>
      </a:lt1>
      <a:dk2>
        <a:srgbClr val="463668"/>
      </a:dk2>
      <a:lt2>
        <a:srgbClr val="E8E6DF"/>
      </a:lt2>
      <a:accent1>
        <a:srgbClr val="C5B4E3"/>
      </a:accent1>
      <a:accent2>
        <a:srgbClr val="8661C5"/>
      </a:accent2>
      <a:accent3>
        <a:srgbClr val="0078D4"/>
      </a:accent3>
      <a:accent4>
        <a:srgbClr val="D7D2CB"/>
      </a:accent4>
      <a:accent5>
        <a:srgbClr val="D4EC8E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3_16-9 Event-template.potx" id="{D98A8582-D9E9-4D2A-A4F4-342A0FDF4A6D}" vid="{F8883483-E3B9-4652-861E-5160AAC8093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135</Words>
  <Application>Microsoft Office PowerPoint</Application>
  <PresentationFormat>와이드스크린</PresentationFormat>
  <Paragraphs>20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맑은 고딕</vt:lpstr>
      <vt:lpstr>Arial</vt:lpstr>
      <vt:lpstr>Consolas</vt:lpstr>
      <vt:lpstr>Open Sans</vt:lpstr>
      <vt:lpstr>Segoe UI</vt:lpstr>
      <vt:lpstr>Segoe UI Semibold</vt:lpstr>
      <vt:lpstr>Wingdings</vt:lpstr>
      <vt:lpstr>3_Office 테마</vt:lpstr>
      <vt:lpstr>Microsoft Build 16:9 Template Dark</vt:lpstr>
      <vt:lpstr>ASP.NET Core Web API 미니 프로젝트</vt:lpstr>
      <vt:lpstr>ASP.NET Core Web API 소개</vt:lpstr>
      <vt:lpstr>ASP.NET Core Web API  개발 환경 구축 및  Web API 만들고 실행하기</vt:lpstr>
      <vt:lpstr>Web API  버전관리(Versioning)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  버전관리(Versioning)</dc:title>
  <dc:creator>박 용준</dc:creator>
  <cp:lastModifiedBy>Azunt</cp:lastModifiedBy>
  <cp:revision>8</cp:revision>
  <dcterms:created xsi:type="dcterms:W3CDTF">2020-07-12T08:29:56Z</dcterms:created>
  <dcterms:modified xsi:type="dcterms:W3CDTF">2026-04-27T20:12:52Z</dcterms:modified>
</cp:coreProperties>
</file>