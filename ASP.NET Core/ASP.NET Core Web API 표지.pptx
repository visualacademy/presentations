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076136879" r:id="rId2"/>
    <p:sldId id="2076136880" r:id="rId3"/>
    <p:sldId id="207613687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110" autoAdjust="0"/>
  </p:normalViewPr>
  <p:slideViewPr>
    <p:cSldViewPr snapToGrid="0">
      <p:cViewPr varScale="1">
        <p:scale>
          <a:sx n="200" d="100"/>
          <a:sy n="200" d="100"/>
        </p:scale>
        <p:origin x="133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85CC9-7F2A-47F8-99A4-100940E3B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60133B-0156-4148-B12B-C7C297572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AA2750-F7C4-4735-A50F-343C3B994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F156E7-9D7D-4870-A9E5-2A88613F3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FC8167-3633-4178-B618-387FD25D1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259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D27A53-58FD-4866-BD9E-F151E473E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7B97A-A87C-42FB-A22F-0925F2B0A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41F6ED-65BE-4823-9263-AD3CBF31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D4E23-6B85-4B2F-BF36-2683CFA6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0D1414-B444-43AC-A1F5-15D07FDAE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768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68E266-70A7-4101-838B-B92A922ED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C7037B-E8D4-449B-B582-619A1F226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8692C8-4AD7-4247-919C-127C5235C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2E67D6-A739-4C1B-9F77-4D52DB25E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7BA9E5-E56F-4213-A53E-926078DC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524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9ED91-704B-493A-ADB4-0CA4479DB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C2F942-91AF-4CA0-A5FC-D2443CC94B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60E9C-CC66-40AC-8C5B-FC958C1539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8B56DC-92D6-46FE-8A33-27AC76DEA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28AB35D-C77C-4897-97D7-8BB31F3E5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CD6C58-6FA8-41F2-BE95-BEB6AAEA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3792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970F3-802A-42E1-B9E0-768B02CB9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A52C32-7686-481D-8B02-DCBC50411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B9FBE0-BE2B-4F7F-A4CE-5A8A8DD93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36789-E41F-4A3E-B374-80CF40342F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9E147FA-8F86-448D-AB37-76520A5EA0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BD0B02-0F04-4C6E-AD71-E62BF71E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58CB11F-8BE3-4EEA-850E-CDAD68E73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B2050C7-F44C-47A5-8366-4939E817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0364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B8F9F-4FB8-4DB0-81DD-77CFE8B0D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F27266-2B12-45B8-9F47-CB8176343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45EE23-D7D2-42DF-8922-3E8BA85FB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19DDCAF-02DB-4D2B-B972-0D581759F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19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67BBC8E-D916-492E-8FA6-34DD6C1C7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E875172-534F-4652-BABA-A3677F91F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170688-89C9-4409-8AD7-3D0597F8C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424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B909B-96C0-4CFD-B48D-38045072C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4CFF6D-BE89-4916-85F8-1BB77FE2B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A6E51D-9350-4261-A595-361D657F5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1F533E-26DC-4FA2-A352-256074DEB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81F40D-DA04-429D-A557-5811DA55B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D0A2AD-E538-43A3-BAA1-DF52196C9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417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4A7FF-BDBE-40AA-B40A-AB2666D07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114144F-57BE-4054-8FE2-1A43CF6199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5E6DE7-1E36-46D6-B69D-410E3D095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7FB186-C05B-4D23-9CCF-42308EB01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302523-929E-4E33-A136-60CF1C314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56153F-1EC0-4CF8-A3D1-348AE45B4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93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575F5-4B3E-4CC5-AC6D-00A82D651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A077B-259E-4094-A727-586EB2684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6DD78D-2218-4805-9244-30E0D58E0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C6C975-F339-42BB-B147-A56217BE0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7201AB-790C-4F67-A66B-5D6590B97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465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1569916-363C-45D4-A714-5F0F68DB82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1FFD888-07DD-4602-BCE1-EC134CEF3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4DE6E-531F-4618-A53E-F6978E665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BB56F1-B56C-44E9-9E7F-3784B757A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5223EC-C6EE-4984-8BBD-3CB4EAEFF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4310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-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hidden="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450203" y="6119147"/>
            <a:ext cx="1253377" cy="26878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43147" y="2084187"/>
            <a:ext cx="9860610" cy="1793090"/>
          </a:xfrm>
          <a:noFill/>
        </p:spPr>
        <p:txBody>
          <a:bodyPr lIns="146304" tIns="91440" rIns="146304" bIns="91440" anchor="t" anchorCtr="0"/>
          <a:lstStyle>
            <a:lvl1pPr>
              <a:defRPr sz="5294" spc="-98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3146" y="3878574"/>
            <a:ext cx="9860611" cy="1792326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137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D6D8B-19E8-4D03-AF4A-2ECBD7219199}"/>
              </a:ext>
            </a:extLst>
          </p:cNvPr>
          <p:cNvGrpSpPr/>
          <p:nvPr userDrawn="1"/>
        </p:nvGrpSpPr>
        <p:grpSpPr>
          <a:xfrm>
            <a:off x="3019127" y="448578"/>
            <a:ext cx="9646191" cy="6621296"/>
            <a:chOff x="3019127" y="448578"/>
            <a:chExt cx="9646191" cy="66212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CB7245-0950-4F4D-A2A6-2963841950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19127" y="448578"/>
              <a:ext cx="9172873" cy="662129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BA4263D-8DDB-49FB-AF7F-346C7DC7B3F9}"/>
                </a:ext>
              </a:extLst>
            </p:cNvPr>
            <p:cNvSpPr txBox="1"/>
            <p:nvPr userDrawn="1"/>
          </p:nvSpPr>
          <p:spPr>
            <a:xfrm>
              <a:off x="10792557" y="3506769"/>
              <a:ext cx="1872761" cy="794064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.NET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0606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-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hidden="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450203" y="6119147"/>
            <a:ext cx="1253377" cy="26878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43147" y="2084187"/>
            <a:ext cx="9860610" cy="1793090"/>
          </a:xfrm>
          <a:noFill/>
        </p:spPr>
        <p:txBody>
          <a:bodyPr lIns="146304" tIns="91440" rIns="146304" bIns="91440" anchor="t" anchorCtr="0"/>
          <a:lstStyle>
            <a:lvl1pPr>
              <a:defRPr sz="5294" spc="-98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3146" y="3878574"/>
            <a:ext cx="9860611" cy="1792326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137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D6D8B-19E8-4D03-AF4A-2ECBD7219199}"/>
              </a:ext>
            </a:extLst>
          </p:cNvPr>
          <p:cNvGrpSpPr/>
          <p:nvPr userDrawn="1"/>
        </p:nvGrpSpPr>
        <p:grpSpPr>
          <a:xfrm>
            <a:off x="3019127" y="448578"/>
            <a:ext cx="9424966" cy="6621296"/>
            <a:chOff x="3019127" y="448578"/>
            <a:chExt cx="9424966" cy="66212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CB7245-0950-4F4D-A2A6-2963841950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19127" y="448578"/>
              <a:ext cx="9172873" cy="662129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BA4263D-8DDB-49FB-AF7F-346C7DC7B3F9}"/>
                </a:ext>
              </a:extLst>
            </p:cNvPr>
            <p:cNvSpPr txBox="1"/>
            <p:nvPr userDrawn="1"/>
          </p:nvSpPr>
          <p:spPr>
            <a:xfrm>
              <a:off x="9910916" y="3304623"/>
              <a:ext cx="2533177" cy="794064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Windows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695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hidden="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450203" y="6119147"/>
            <a:ext cx="1253377" cy="26878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43146" y="370485"/>
            <a:ext cx="11080063" cy="3007269"/>
          </a:xfrm>
          <a:noFill/>
        </p:spPr>
        <p:txBody>
          <a:bodyPr lIns="146304" tIns="91440" rIns="146304" bIns="91440" anchor="t" anchorCtr="0"/>
          <a:lstStyle>
            <a:lvl1pPr>
              <a:defRPr sz="5294" spc="-98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3146" y="3878574"/>
            <a:ext cx="9860611" cy="1792326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137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D6D8B-19E8-4D03-AF4A-2ECBD7219199}"/>
              </a:ext>
            </a:extLst>
          </p:cNvPr>
          <p:cNvGrpSpPr/>
          <p:nvPr userDrawn="1"/>
        </p:nvGrpSpPr>
        <p:grpSpPr>
          <a:xfrm>
            <a:off x="3019127" y="448578"/>
            <a:ext cx="9172873" cy="6621296"/>
            <a:chOff x="3019127" y="448578"/>
            <a:chExt cx="9172873" cy="66212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CB7245-0950-4F4D-A2A6-2963841950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19127" y="448578"/>
              <a:ext cx="9172873" cy="662129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BA4263D-8DDB-49FB-AF7F-346C7DC7B3F9}"/>
                </a:ext>
              </a:extLst>
            </p:cNvPr>
            <p:cNvSpPr txBox="1"/>
            <p:nvPr userDrawn="1"/>
          </p:nvSpPr>
          <p:spPr>
            <a:xfrm>
              <a:off x="10753529" y="3480245"/>
              <a:ext cx="1088699" cy="794064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C#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3957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hidden="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450203" y="6119147"/>
            <a:ext cx="1253377" cy="26878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43146" y="370485"/>
            <a:ext cx="11080063" cy="3007269"/>
          </a:xfrm>
          <a:noFill/>
        </p:spPr>
        <p:txBody>
          <a:bodyPr lIns="146304" tIns="91440" rIns="146304" bIns="91440" anchor="t" anchorCtr="0"/>
          <a:lstStyle>
            <a:lvl1pPr>
              <a:defRPr sz="5294" spc="-98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3146" y="3878574"/>
            <a:ext cx="9860611" cy="1792326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137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D6D8B-19E8-4D03-AF4A-2ECBD7219199}"/>
              </a:ext>
            </a:extLst>
          </p:cNvPr>
          <p:cNvGrpSpPr/>
          <p:nvPr userDrawn="1"/>
        </p:nvGrpSpPr>
        <p:grpSpPr>
          <a:xfrm>
            <a:off x="3019127" y="448578"/>
            <a:ext cx="9172873" cy="6621296"/>
            <a:chOff x="3019127" y="448578"/>
            <a:chExt cx="9172873" cy="66212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CB7245-0950-4F4D-A2A6-2963841950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19127" y="448578"/>
              <a:ext cx="9172873" cy="662129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BA4263D-8DDB-49FB-AF7F-346C7DC7B3F9}"/>
                </a:ext>
              </a:extLst>
            </p:cNvPr>
            <p:cNvSpPr txBox="1"/>
            <p:nvPr userDrawn="1"/>
          </p:nvSpPr>
          <p:spPr>
            <a:xfrm>
              <a:off x="10753529" y="3480245"/>
              <a:ext cx="1298186" cy="794064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SQL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17905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hidden="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450203" y="6119147"/>
            <a:ext cx="1253377" cy="26878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543146" y="370485"/>
            <a:ext cx="11080063" cy="3007269"/>
          </a:xfrm>
          <a:noFill/>
        </p:spPr>
        <p:txBody>
          <a:bodyPr lIns="146304" tIns="91440" rIns="146304" bIns="91440" anchor="t" anchorCtr="0"/>
          <a:lstStyle>
            <a:lvl1pPr>
              <a:defRPr sz="5294" spc="-98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3146" y="3878574"/>
            <a:ext cx="9860611" cy="1792326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137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D6D8B-19E8-4D03-AF4A-2ECBD7219199}"/>
              </a:ext>
            </a:extLst>
          </p:cNvPr>
          <p:cNvGrpSpPr/>
          <p:nvPr userDrawn="1"/>
        </p:nvGrpSpPr>
        <p:grpSpPr>
          <a:xfrm>
            <a:off x="3019127" y="448578"/>
            <a:ext cx="9172873" cy="6621296"/>
            <a:chOff x="3019127" y="448578"/>
            <a:chExt cx="9172873" cy="66212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CCB7245-0950-4F4D-A2A6-2963841950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19127" y="448578"/>
              <a:ext cx="9172873" cy="662129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BA4263D-8DDB-49FB-AF7F-346C7DC7B3F9}"/>
                </a:ext>
              </a:extLst>
            </p:cNvPr>
            <p:cNvSpPr txBox="1"/>
            <p:nvPr userDrawn="1"/>
          </p:nvSpPr>
          <p:spPr>
            <a:xfrm>
              <a:off x="10753529" y="3480245"/>
              <a:ext cx="1298186" cy="794064"/>
            </a:xfrm>
            <a:prstGeom prst="rect">
              <a:avLst/>
            </a:prstGeom>
            <a:noFill/>
          </p:spPr>
          <p:txBody>
            <a:bodyPr wrap="square" lIns="182880" tIns="146304" rIns="182880" bIns="146304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.</a:t>
              </a:r>
              <a:r>
                <a:rPr kumimoji="0" lang="en-US" altLang="ko-KR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alpha val="49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+mn-ea"/>
                  <a:cs typeface="+mn-cs"/>
                </a:rPr>
                <a:t>NET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alpha val="49000"/>
                  </a:srgbClr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65479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667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784875-A139-48D9-8DC6-D46B143FA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FBEF09-AF06-48E0-999A-13E770753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7BB2D0-4FC4-407B-8B30-6ACA0B4A84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306D52-9E19-44E5-8545-8762310DD167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D24711-BB7D-477E-A242-57BE6F273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59D905-140D-4DBC-94DF-FCA02D652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FE0F80-5701-42D7-895B-A493067B4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06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5F625-5AE0-4CF3-BDD2-1D85516B5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8000" dirty="0"/>
              <a:t>ASP.NET Core Web API </a:t>
            </a:r>
            <a:r>
              <a:rPr lang="ko-KR" altLang="en-US" sz="8000" dirty="0"/>
              <a:t>소개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54E4D3D-ABA6-4057-B83D-F65823F736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4000" dirty="0"/>
              <a:t>박용준 강사</a:t>
            </a:r>
            <a:endParaRPr lang="en-US" altLang="ko-KR" sz="4000" dirty="0"/>
          </a:p>
          <a:p>
            <a:r>
              <a:rPr lang="en-US" altLang="ko-KR" sz="3200" dirty="0"/>
              <a:t>    Microsoft MVP 2025-2026</a:t>
            </a:r>
          </a:p>
          <a:p>
            <a:r>
              <a:rPr lang="en-US" altLang="ko-KR" sz="3200" dirty="0"/>
              <a:t>    https://www.dotnetkorea.com</a:t>
            </a:r>
          </a:p>
          <a:p>
            <a:r>
              <a:rPr lang="en-US" altLang="ko-KR" sz="3200" dirty="0"/>
              <a:t>    https://youtube.com/@VisualAcademy</a:t>
            </a:r>
          </a:p>
        </p:txBody>
      </p:sp>
    </p:spTree>
    <p:extLst>
      <p:ext uri="{BB962C8B-B14F-4D97-AF65-F5344CB8AC3E}">
        <p14:creationId xmlns:p14="http://schemas.microsoft.com/office/powerpoint/2010/main" val="2385079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5F625-5AE0-4CF3-BDD2-1D85516B5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8000" dirty="0"/>
              <a:t>ASP.NET Core Web API </a:t>
            </a:r>
            <a:br>
              <a:rPr lang="en-US" altLang="ko-KR" sz="8000" dirty="0"/>
            </a:br>
            <a:r>
              <a:rPr lang="ko-KR" altLang="en-US" sz="8000" dirty="0"/>
              <a:t>개발 환경 구축 및 </a:t>
            </a:r>
            <a:br>
              <a:rPr lang="en-US" altLang="ko-KR" sz="8000" dirty="0"/>
            </a:br>
            <a:r>
              <a:rPr lang="en-US" altLang="ko-KR" sz="8000" dirty="0"/>
              <a:t>Web API </a:t>
            </a:r>
            <a:r>
              <a:rPr lang="ko-KR" altLang="en-US" sz="8000" dirty="0"/>
              <a:t>만들고 실행하기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54E4D3D-ABA6-4057-B83D-F65823F736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4000" dirty="0"/>
              <a:t>박용준 강사</a:t>
            </a:r>
            <a:endParaRPr lang="en-US" altLang="ko-KR" sz="4000" dirty="0"/>
          </a:p>
          <a:p>
            <a:r>
              <a:rPr lang="en-US" altLang="ko-KR" sz="3200" dirty="0"/>
              <a:t>    Microsoft MVP 2025-2026</a:t>
            </a:r>
          </a:p>
          <a:p>
            <a:r>
              <a:rPr lang="en-US" altLang="ko-KR" sz="3200" dirty="0"/>
              <a:t>    https://www.dotnetkorea.com</a:t>
            </a:r>
          </a:p>
          <a:p>
            <a:r>
              <a:rPr lang="en-US" altLang="ko-KR" sz="3200" dirty="0"/>
              <a:t>    https://youtube.com/@VisualAcademy</a:t>
            </a:r>
          </a:p>
        </p:txBody>
      </p:sp>
    </p:spTree>
    <p:extLst>
      <p:ext uri="{BB962C8B-B14F-4D97-AF65-F5344CB8AC3E}">
        <p14:creationId xmlns:p14="http://schemas.microsoft.com/office/powerpoint/2010/main" val="3941369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5F625-5AE0-4CF3-BDD2-1D85516B5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8000" dirty="0"/>
              <a:t>Web API </a:t>
            </a:r>
            <a:br>
              <a:rPr lang="en-US" altLang="ko-KR" sz="8000" dirty="0"/>
            </a:br>
            <a:r>
              <a:rPr lang="ko-KR" altLang="en-US" sz="8000" dirty="0"/>
              <a:t>버전관리</a:t>
            </a:r>
            <a:r>
              <a:rPr lang="en-US" altLang="ko-KR" sz="8000" dirty="0"/>
              <a:t>(Versioning)</a:t>
            </a:r>
            <a:endParaRPr lang="ko-KR" altLang="en-US" sz="800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54E4D3D-ABA6-4057-B83D-F65823F736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sz="4000" dirty="0"/>
              <a:t>박용준 강사</a:t>
            </a:r>
            <a:endParaRPr lang="en-US" altLang="ko-KR" sz="4000" dirty="0"/>
          </a:p>
          <a:p>
            <a:r>
              <a:rPr lang="en-US" altLang="ko-KR" sz="3200" dirty="0"/>
              <a:t>    Microsoft MVP 2025-2026</a:t>
            </a:r>
          </a:p>
          <a:p>
            <a:r>
              <a:rPr lang="en-US" altLang="ko-KR" sz="3200" dirty="0"/>
              <a:t>    https://www.dotnetkorea.com</a:t>
            </a:r>
          </a:p>
          <a:p>
            <a:r>
              <a:rPr lang="en-US" altLang="ko-KR" sz="3200" dirty="0"/>
              <a:t>    https://youtube.com/@VisualAcademy</a:t>
            </a:r>
          </a:p>
        </p:txBody>
      </p:sp>
    </p:spTree>
    <p:extLst>
      <p:ext uri="{BB962C8B-B14F-4D97-AF65-F5344CB8AC3E}">
        <p14:creationId xmlns:p14="http://schemas.microsoft.com/office/powerpoint/2010/main" val="2588398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96</Words>
  <Application>Microsoft Office PowerPoint</Application>
  <PresentationFormat>와이드스크린</PresentationFormat>
  <Paragraphs>15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3_Office 테마</vt:lpstr>
      <vt:lpstr>ASP.NET Core Web API 소개</vt:lpstr>
      <vt:lpstr>ASP.NET Core Web API  개발 환경 구축 및  Web API 만들고 실행하기</vt:lpstr>
      <vt:lpstr>Web API  버전관리(Versioning)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API  버전관리(Versioning)</dc:title>
  <dc:creator>박 용준</dc:creator>
  <cp:lastModifiedBy>Azunt</cp:lastModifiedBy>
  <cp:revision>7</cp:revision>
  <dcterms:created xsi:type="dcterms:W3CDTF">2020-07-12T08:29:56Z</dcterms:created>
  <dcterms:modified xsi:type="dcterms:W3CDTF">2025-11-24T19:48:03Z</dcterms:modified>
</cp:coreProperties>
</file>