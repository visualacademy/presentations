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4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4021D-C30A-6482-D12F-A965FF17E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2D837E-4C24-D96E-9AB8-977C2946B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609CF-6C6D-8D98-CD00-D4675729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9C9A9A-9CDE-BAC8-632C-0E8A7CD7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1C3932-C298-2BFE-C5D1-61214D41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26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874CC-5E6E-CDF6-EC93-715BCA36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68E99-15F6-BB53-1A22-F21618A0C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2332BA-7401-62F1-215D-A4C0F0F7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3B218A-D524-F59F-18C3-DEB7D6E7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30593-933A-D3FF-568A-EEEB3C64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22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21ABE-C1A5-53CF-9251-5DED8E0D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05C40E-9B60-070C-AA5B-7077E525B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9F7E4-5FEB-891E-4DF5-F35ECC37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A3A0ED-2ADF-470B-C433-EEAE2165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0BD9E-E059-F3D9-CDBE-AF4FC490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50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E125-2A73-D313-E7A2-C33D12D7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4BF57-03A7-8139-E7C4-46E9A31DA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D93C96-92EF-400D-251C-8EE12B9F1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128F91-EB3D-7561-315B-2EC2EC58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D2D504-24AF-8CF9-2CD3-BE8C52E8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BE2DB5-C069-D173-AB2E-ADCC86C9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05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82187-E076-CCC3-C464-D470858D2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2F1A6C-3857-D539-D93D-19260AA05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B72A65-04EF-84F2-6135-B90D42E54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E6DBB2-24D3-7560-ABB3-078804207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073F5F-7669-70D9-B317-0AABAADDD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D3A725-B888-785A-F270-ADEDE269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3C4B07-1474-6A80-4739-C32BDCCB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A56FAE-10B3-4468-69C8-14BA9377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37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E7CBA-1BF3-43DA-E931-CA7E51A63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7914D5-8808-F7E1-8470-C0D1625B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F96B05-EA21-9F32-8B5E-23D20CE5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FFF96E-FE6C-2D6F-E6B4-6157D71D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6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03D9B9-78C9-FEA4-B890-300E756D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D3AD22-EC82-1EA2-897B-8E72678C4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47E47-A5F0-85F9-8F4C-FC556B00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0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64902-AC03-45D7-A6C5-0E2190AB0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EACB1F-6FFE-F53A-6EF2-9FBF1985D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302CF9-188A-8537-F0DE-AAEED282A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868A2C-EE08-600A-CE86-4AAB35A6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ADD24B-B881-A57A-5C41-A6D9219D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3BFD20-162B-C762-D8D4-7E60061F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8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9AFD6-1C57-4ACB-98C6-CA91F907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11D675-5860-B4CF-0498-E9FF4B2B8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97706F-D1BD-80B1-927E-9C5F78496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50B383-5D98-8249-4C06-7E5EDA27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090B42-72F2-2654-6E70-8D58D7B5D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372DB2-E789-7A47-9EB1-2E793501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38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0F931-2DA0-EE49-428F-E5453440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6D6336-C77D-153D-182C-AF36DEE5B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6509E8-2D27-74F9-CD9D-61CB6FF1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A5562B-4911-F204-D4C8-6AFBEB18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619505-2539-E46F-4272-9E035FD3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94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B908BF-0FA8-559D-0A0E-AABB92E22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A60FE2-60D7-0C09-4EA5-91E488048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70D79-CF51-BC3E-1155-BF9F7718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E0DE1-9EE7-925E-CCAF-00AB9BBD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A6D26C-F340-889D-4368-8B214D8C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80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CF0991-CDAF-7B41-740D-8DE0BAF0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41C56-8A22-A566-2AD2-18771C8D9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6A1218-5639-BEFC-A030-B0DCB1F24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B3336-A8E4-4BB0-9C85-2F793488878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C6AE09-AACE-9DDB-06BD-C0B9C89EE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FD69BC-1C24-8D35-E2BE-477364882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D5F5D-239C-4A49-B07F-A4AA8675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23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컴퓨터 아이콘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64873B-3108-086B-DC7D-2092341A5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1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8A7A78-4841-13B7-851C-00A608C76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53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3FE3ED-5F21-ADB9-22AF-7E1736922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2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8E0116-64EB-7703-901D-D65A877D0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9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3BE7F5-66FF-B65C-3E9A-BD3076417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25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005D58-D0F0-C75F-8481-0B22C54F4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81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39B511-78A0-E5CA-A25C-83C8911CD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98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일렉트릭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396917-2440-19AE-92FC-BF8A00C06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8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소프트웨어, 컴퓨터 아이콘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FDD431-7765-7E2E-823B-38F988165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973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4A3BB9-95CB-7829-2ED3-FCEB9BC2D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3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소프트웨어, 번호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AAD7D2-308E-CF11-2425-06D7909CE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6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865FFF-0AC5-6D58-935A-BCBFCBE71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98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A6D13C-F51B-8F21-AEA1-5E8D68CC3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87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Azunt</dc:creator>
  <cp:lastModifiedBy>Azunt</cp:lastModifiedBy>
  <cp:revision>1</cp:revision>
  <dcterms:created xsi:type="dcterms:W3CDTF">2025-11-29T02:33:24Z</dcterms:created>
  <dcterms:modified xsi:type="dcterms:W3CDTF">2025-11-29T02:38:35Z</dcterms:modified>
</cp:coreProperties>
</file>