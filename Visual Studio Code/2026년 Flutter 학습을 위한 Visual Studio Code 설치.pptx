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135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242" d="100"/>
          <a:sy n="242" d="100"/>
        </p:scale>
        <p:origin x="56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94" d="100"/>
          <a:sy n="194" d="100"/>
        </p:scale>
        <p:origin x="7284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unt" userId="7ac104d4-9a27-43ba-b234-be22d563b1e7" providerId="ADAL" clId="{8F8112AA-8828-4907-8523-D18A35C87CB9}"/>
    <pc:docChg chg="modSld modMainMaster">
      <pc:chgData name="Azunt" userId="7ac104d4-9a27-43ba-b234-be22d563b1e7" providerId="ADAL" clId="{8F8112AA-8828-4907-8523-D18A35C87CB9}" dt="2026-03-06T04:19:17.305" v="47" actId="1036"/>
      <pc:docMkLst>
        <pc:docMk/>
      </pc:docMkLst>
      <pc:sldChg chg="addSp modSp mod">
        <pc:chgData name="Azunt" userId="7ac104d4-9a27-43ba-b234-be22d563b1e7" providerId="ADAL" clId="{8F8112AA-8828-4907-8523-D18A35C87CB9}" dt="2026-03-06T04:19:17.305" v="47" actId="1036"/>
        <pc:sldMkLst>
          <pc:docMk/>
          <pc:sldMk cId="250425556" sldId="2147481353"/>
        </pc:sldMkLst>
        <pc:spChg chg="mod">
          <ac:chgData name="Azunt" userId="7ac104d4-9a27-43ba-b234-be22d563b1e7" providerId="ADAL" clId="{8F8112AA-8828-4907-8523-D18A35C87CB9}" dt="2026-03-06T04:19:12.118" v="39" actId="1035"/>
          <ac:spMkLst>
            <pc:docMk/>
            <pc:sldMk cId="250425556" sldId="2147481353"/>
            <ac:spMk id="5" creationId="{0D9416C1-02E2-EF05-BD51-04978477434A}"/>
          </ac:spMkLst>
        </pc:spChg>
        <pc:picChg chg="add mod">
          <ac:chgData name="Azunt" userId="7ac104d4-9a27-43ba-b234-be22d563b1e7" providerId="ADAL" clId="{8F8112AA-8828-4907-8523-D18A35C87CB9}" dt="2026-03-06T04:19:17.305" v="47" actId="1036"/>
          <ac:picMkLst>
            <pc:docMk/>
            <pc:sldMk cId="250425556" sldId="2147481353"/>
            <ac:picMk id="4" creationId="{BB166841-5DD2-179D-99B2-0BE96B9F2411}"/>
          </ac:picMkLst>
        </pc:picChg>
      </pc:sldChg>
      <pc:sldMasterChg chg="modSldLayout">
        <pc:chgData name="Azunt" userId="7ac104d4-9a27-43ba-b234-be22d563b1e7" providerId="ADAL" clId="{8F8112AA-8828-4907-8523-D18A35C87CB9}" dt="2026-03-06T04:15:14.785" v="6" actId="14100"/>
        <pc:sldMasterMkLst>
          <pc:docMk/>
          <pc:sldMasterMk cId="2714829936" sldId="2147483648"/>
        </pc:sldMasterMkLst>
        <pc:sldLayoutChg chg="modSp mod">
          <pc:chgData name="Azunt" userId="7ac104d4-9a27-43ba-b234-be22d563b1e7" providerId="ADAL" clId="{8F8112AA-8828-4907-8523-D18A35C87CB9}" dt="2026-03-06T04:15:14.785" v="6" actId="14100"/>
          <pc:sldLayoutMkLst>
            <pc:docMk/>
            <pc:sldMasterMk cId="2714829936" sldId="2147483648"/>
            <pc:sldLayoutMk cId="1938447277" sldId="2147483660"/>
          </pc:sldLayoutMkLst>
          <pc:spChg chg="mod">
            <ac:chgData name="Azunt" userId="7ac104d4-9a27-43ba-b234-be22d563b1e7" providerId="ADAL" clId="{8F8112AA-8828-4907-8523-D18A35C87CB9}" dt="2026-03-06T04:15:14.785" v="6" actId="14100"/>
            <ac:spMkLst>
              <pc:docMk/>
              <pc:sldMasterMk cId="2714829936" sldId="2147483648"/>
              <pc:sldLayoutMk cId="1938447277" sldId="2147483660"/>
              <ac:spMk id="2" creationId="{ABA4263D-8DDB-49FB-AF7F-346C7DC7B3F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3723F-5B2A-4F2A-8901-247BBB86200D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1F35-3405-4F97-8264-B611E007AF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74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8E806-3793-ACA8-4941-164A87B11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B1639B-1C17-848E-A25C-DE080C496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5E7C6-7BAF-A9FC-15AD-16109084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409CE-9B8D-7663-74C6-0B79C212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E1922-45EB-F69F-C1FC-4E23EE11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88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C1540-2952-15F8-0233-3B7C9294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8EFF96-FA6D-4FBC-0DCE-A46961068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AE00D-D67F-85A6-7995-4CD56AFD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E465EB-F793-56BA-CA8F-CBC3381E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76F28-FAA5-C112-2488-9D50F3DA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8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9490-2900-B7B2-0C44-5381058C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C2954-88CF-72E6-55BE-ADF63A893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A5921-CE6B-AFCF-22B6-267CDA28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99B00-8B84-5AE1-C70F-D1D3756B4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FBB91-C17D-10C8-6BAD-AFF150D6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27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446DF-E698-5AFB-AC53-91AE8C7D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DFC58-43C6-B6CC-7A19-469C476C2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28F8CF-6446-31E3-5DC3-0AA9174B1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11DF87-C0B0-F83D-1E7D-DE29F3C9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0BAEE-4A86-C470-B1E0-F110FC4E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ECF4EB-787C-B1E2-ACD6-D285D5F4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3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6CE8A-33F6-A946-745D-F8208AE9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E30423-3E4C-99ED-5970-3B486D392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6FC099-861F-3ABE-3DA0-F63D7E5A6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099AA7-19FB-4CFF-72A3-10B449FBA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BCF55B-A90C-F597-88D0-355013B0F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937BEA-3F54-4035-41C3-2874BB6C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7C45DF-36AF-8400-121A-F692F78E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EDB8C3-7425-BB30-B84C-8B026F8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3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4472B-1F14-B401-46EA-73E87E31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C11717-FD96-4BAF-2291-4950E8B7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A6192E-0101-76D3-4CF9-ACEBB35E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D1B63A-EE5D-D4F8-BE4E-970A5DFA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83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F52581-1B44-5CB8-6D15-BCFE14B4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BAC060-B658-598F-28EC-2FA7A571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D3B62-F462-8EDF-FB78-21E8F9CD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6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29EE8-14CB-035F-B567-87B7843C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F2FCA-B98A-3410-A5F8-1B7334064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DE806-3616-C6A3-3BE4-21BB5ED12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6CE74C-4D68-18FC-2788-BC146A21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AC2996-1970-E51D-FDFF-488712A5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2F6182-5F64-05C0-A860-6FF38757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99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52208-AFF8-363F-E23A-C957D2B6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2E0F66-89CF-32B2-DFC2-6A7F00B57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E54235-BE86-F45F-9C9F-B77382A77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37E3A8-18DB-A03D-F40F-C1D9578B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427EF-6326-3E9E-A23E-D92B0670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FA3CCA-0CD3-E309-4814-99959B46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9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1C10E-F787-5D66-6521-08AC6716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A4420A-04CD-C24D-0638-83E1A41C0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2EA0D-91EA-ED67-A396-2A022707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66420-5162-1D75-D1DD-A8E080FE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3CB83-F0E1-4910-4646-548333BD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90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79D09B-3313-9B5D-EBFD-8C6C72736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2521B6-3F2B-24CA-3DA2-7DAD1F00F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D964F-86D9-C85E-B3CF-CC4F4A2B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1C8CDD-FF42-71D4-DE25-FBB19A4F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ADFBA3-1346-0CBE-7EC4-F92B9BEA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560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Slide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353966" cy="6621296"/>
            <a:chOff x="3019127" y="448578"/>
            <a:chExt cx="9353966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89920" y="3481542"/>
              <a:ext cx="1583173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Dart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447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FF2696-EEB7-6FE2-617B-3E866F26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019B0-031E-8ECA-5042-C8A463E8D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0B381-57C7-14FD-9A29-6FC463AC0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A0620-C0F8-4FB1-AF1D-A799640B778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7FFA0-AC4B-7993-30FA-FC2A4F08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99D58-82D5-2F4F-E843-50621B47C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FA029-81A7-4F11-A904-3ABF9A9FC7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82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B703-A020-8820-658A-9383F2DE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F8343-C9CB-A5A8-6C56-B6E9F885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ko-KR" sz="7300" b="1" dirty="0"/>
              <a:t>2026</a:t>
            </a:r>
            <a:r>
              <a:rPr lang="ko-KR" altLang="en-US" sz="7300" b="1" dirty="0"/>
              <a:t>년 </a:t>
            </a:r>
            <a:r>
              <a:rPr lang="en-US" altLang="ko-KR" sz="9800" b="1" dirty="0"/>
              <a:t>Flutter</a:t>
            </a:r>
            <a:r>
              <a:rPr lang="ko-KR" altLang="en-US" sz="9800" b="1" dirty="0"/>
              <a:t> </a:t>
            </a:r>
            <a:r>
              <a:rPr lang="ko-KR" altLang="en-US" sz="6700" b="1" dirty="0"/>
              <a:t>학습을 위한</a:t>
            </a:r>
            <a:br>
              <a:rPr lang="en-US" altLang="ko-KR" sz="8400" b="1" dirty="0"/>
            </a:br>
            <a:r>
              <a:rPr lang="en-US" altLang="ko-KR" sz="8400" b="1" dirty="0"/>
              <a:t>Visual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Studio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Code</a:t>
            </a:r>
            <a:r>
              <a:rPr lang="ko-KR" altLang="en-US" sz="8000" b="1" dirty="0"/>
              <a:t> 설치</a:t>
            </a:r>
            <a:r>
              <a:rPr lang="en-US" altLang="ko-KR" sz="8000" b="1" dirty="0"/>
              <a:t> </a:t>
            </a:r>
            <a:br>
              <a:rPr lang="en-US" altLang="ko-KR" sz="8000" b="1" dirty="0"/>
            </a:br>
            <a:endParaRPr lang="ko-KR" altLang="en-US" sz="8000" i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416C1-02E2-EF05-BD51-0497847743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146" y="4083526"/>
            <a:ext cx="9860611" cy="1792326"/>
          </a:xfrm>
        </p:spPr>
        <p:txBody>
          <a:bodyPr/>
          <a:lstStyle/>
          <a:p>
            <a:r>
              <a:rPr lang="ko-KR" altLang="en-US" sz="5400" b="1" dirty="0"/>
              <a:t>박용준 강사</a:t>
            </a:r>
            <a:endParaRPr lang="en-US" altLang="ko-KR" sz="5400" b="1" dirty="0"/>
          </a:p>
          <a:p>
            <a:r>
              <a:rPr lang="en-US" altLang="ko-KR" sz="3600" dirty="0"/>
              <a:t>    </a:t>
            </a:r>
            <a:r>
              <a:rPr lang="ko-KR" altLang="en-US" sz="3600" b="1" dirty="0"/>
              <a:t>데브렉</a:t>
            </a:r>
            <a:r>
              <a:rPr lang="en-US" altLang="ko-KR" sz="3600" dirty="0"/>
              <a:t>(www.devlec.com)</a:t>
            </a:r>
          </a:p>
          <a:p>
            <a:r>
              <a:rPr lang="en-US" altLang="ko-KR" sz="3600" dirty="0"/>
              <a:t>    Microsoft MVP 2025-2026</a:t>
            </a:r>
          </a:p>
          <a:p>
            <a:r>
              <a:rPr lang="en-US" altLang="ko-KR" sz="3600" dirty="0"/>
              <a:t>    https://youtube.com/@VisualAcademy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BB166841-5DD2-179D-99B2-0BE96B9F2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8629" y="2821624"/>
            <a:ext cx="3809673" cy="108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2026년 Flutter 학습을 위한 Visual Studio Code 설치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Azunt</dc:creator>
  <cp:lastModifiedBy>Azunt</cp:lastModifiedBy>
  <cp:revision>1</cp:revision>
  <dcterms:created xsi:type="dcterms:W3CDTF">2026-03-06T04:13:00Z</dcterms:created>
  <dcterms:modified xsi:type="dcterms:W3CDTF">2026-03-06T04:19:21Z</dcterms:modified>
</cp:coreProperties>
</file>